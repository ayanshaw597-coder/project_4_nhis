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7" r:id="rId5"/>
    <p:sldId id="258" r:id="rId6"/>
    <p:sldId id="259" r:id="rId7"/>
    <p:sldId id="260" r:id="rId8"/>
    <p:sldId id="261" r:id="rId9"/>
    <p:sldId id="268" r:id="rId10"/>
    <p:sldId id="269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4DFC0-49F1-4202-B589-F343C9C19F37}" v="294" dt="2026-04-25T16:35:19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91" autoAdjust="0"/>
    <p:restoredTop sz="94660"/>
  </p:normalViewPr>
  <p:slideViewPr>
    <p:cSldViewPr snapToGrid="0">
      <p:cViewPr>
        <p:scale>
          <a:sx n="100" d="100"/>
          <a:sy n="100" d="100"/>
        </p:scale>
        <p:origin x="-811" y="-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2D92D-4C58-458C-927A-F0BEA3838782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3B1E9-4097-46EC-A95C-50DA1D05B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8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0262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84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960A7C-5D3D-5C8C-4D64-F208A0A59500}"/>
              </a:ext>
            </a:extLst>
          </p:cNvPr>
          <p:cNvGrpSpPr/>
          <p:nvPr/>
        </p:nvGrpSpPr>
        <p:grpSpPr>
          <a:xfrm>
            <a:off x="6206976" y="3638746"/>
            <a:ext cx="5941643" cy="3261287"/>
            <a:chOff x="6523263" y="3858921"/>
            <a:chExt cx="5540513" cy="3041112"/>
          </a:xfrm>
        </p:grpSpPr>
        <p:sp>
          <p:nvSpPr>
            <p:cNvPr id="8" name="Oval 28">
              <a:extLst>
                <a:ext uri="{FF2B5EF4-FFF2-40B4-BE49-F238E27FC236}">
                  <a16:creationId xmlns:a16="http://schemas.microsoft.com/office/drawing/2014/main" id="{24476EB7-B3A7-C376-7E19-17DDD59E27A2}"/>
                </a:ext>
              </a:extLst>
            </p:cNvPr>
            <p:cNvSpPr/>
            <p:nvPr/>
          </p:nvSpPr>
          <p:spPr>
            <a:xfrm rot="2913124">
              <a:off x="10331814" y="5168071"/>
              <a:ext cx="1743712" cy="1720212"/>
            </a:xfrm>
            <a:custGeom>
              <a:avLst/>
              <a:gdLst>
                <a:gd name="connsiteX0" fmla="*/ 0 w 3153843"/>
                <a:gd name="connsiteY0" fmla="*/ 1576922 h 3153843"/>
                <a:gd name="connsiteX1" fmla="*/ 1576922 w 3153843"/>
                <a:gd name="connsiteY1" fmla="*/ 0 h 3153843"/>
                <a:gd name="connsiteX2" fmla="*/ 3153844 w 3153843"/>
                <a:gd name="connsiteY2" fmla="*/ 1576922 h 3153843"/>
                <a:gd name="connsiteX3" fmla="*/ 1576922 w 3153843"/>
                <a:gd name="connsiteY3" fmla="*/ 3153844 h 3153843"/>
                <a:gd name="connsiteX4" fmla="*/ 0 w 3153843"/>
                <a:gd name="connsiteY4" fmla="*/ 1576922 h 3153843"/>
                <a:gd name="connsiteX0" fmla="*/ 0 w 3207606"/>
                <a:gd name="connsiteY0" fmla="*/ 1617687 h 3194609"/>
                <a:gd name="connsiteX1" fmla="*/ 1576922 w 3207606"/>
                <a:gd name="connsiteY1" fmla="*/ 40765 h 3194609"/>
                <a:gd name="connsiteX2" fmla="*/ 2663353 w 3207606"/>
                <a:gd name="connsiteY2" fmla="*/ 562167 h 3194609"/>
                <a:gd name="connsiteX3" fmla="*/ 3153844 w 3207606"/>
                <a:gd name="connsiteY3" fmla="*/ 1617687 h 3194609"/>
                <a:gd name="connsiteX4" fmla="*/ 1576922 w 3207606"/>
                <a:gd name="connsiteY4" fmla="*/ 3194609 h 3194609"/>
                <a:gd name="connsiteX5" fmla="*/ 0 w 3207606"/>
                <a:gd name="connsiteY5" fmla="*/ 1617687 h 3194609"/>
                <a:gd name="connsiteX0" fmla="*/ 0 w 2981370"/>
                <a:gd name="connsiteY0" fmla="*/ 1617687 h 3199247"/>
                <a:gd name="connsiteX1" fmla="*/ 1576922 w 2981370"/>
                <a:gd name="connsiteY1" fmla="*/ 40765 h 3199247"/>
                <a:gd name="connsiteX2" fmla="*/ 2663353 w 2981370"/>
                <a:gd name="connsiteY2" fmla="*/ 562167 h 3199247"/>
                <a:gd name="connsiteX3" fmla="*/ 2889684 w 2981370"/>
                <a:gd name="connsiteY3" fmla="*/ 2051180 h 3199247"/>
                <a:gd name="connsiteX4" fmla="*/ 1576922 w 2981370"/>
                <a:gd name="connsiteY4" fmla="*/ 3194609 h 3199247"/>
                <a:gd name="connsiteX5" fmla="*/ 0 w 2981370"/>
                <a:gd name="connsiteY5" fmla="*/ 1617687 h 3199247"/>
                <a:gd name="connsiteX0" fmla="*/ 2007 w 2983377"/>
                <a:gd name="connsiteY0" fmla="*/ 1536728 h 3118288"/>
                <a:gd name="connsiteX1" fmla="*/ 1280902 w 2983377"/>
                <a:gd name="connsiteY1" fmla="*/ 47860 h 3118288"/>
                <a:gd name="connsiteX2" fmla="*/ 2665360 w 2983377"/>
                <a:gd name="connsiteY2" fmla="*/ 481208 h 3118288"/>
                <a:gd name="connsiteX3" fmla="*/ 2891691 w 2983377"/>
                <a:gd name="connsiteY3" fmla="*/ 1970221 h 3118288"/>
                <a:gd name="connsiteX4" fmla="*/ 1578929 w 2983377"/>
                <a:gd name="connsiteY4" fmla="*/ 3113650 h 3118288"/>
                <a:gd name="connsiteX5" fmla="*/ 2007 w 2983377"/>
                <a:gd name="connsiteY5" fmla="*/ 1536728 h 3118288"/>
                <a:gd name="connsiteX0" fmla="*/ 2084 w 2942814"/>
                <a:gd name="connsiteY0" fmla="*/ 1709547 h 3125828"/>
                <a:gd name="connsiteX1" fmla="*/ 1240339 w 2942814"/>
                <a:gd name="connsiteY1" fmla="*/ 58119 h 3125828"/>
                <a:gd name="connsiteX2" fmla="*/ 2624797 w 2942814"/>
                <a:gd name="connsiteY2" fmla="*/ 491467 h 3125828"/>
                <a:gd name="connsiteX3" fmla="*/ 2851128 w 2942814"/>
                <a:gd name="connsiteY3" fmla="*/ 1980480 h 3125828"/>
                <a:gd name="connsiteX4" fmla="*/ 1538366 w 2942814"/>
                <a:gd name="connsiteY4" fmla="*/ 3123909 h 3125828"/>
                <a:gd name="connsiteX5" fmla="*/ 2084 w 2942814"/>
                <a:gd name="connsiteY5" fmla="*/ 1709547 h 3125828"/>
                <a:gd name="connsiteX0" fmla="*/ 6378 w 2947108"/>
                <a:gd name="connsiteY0" fmla="*/ 1709547 h 3125828"/>
                <a:gd name="connsiteX1" fmla="*/ 1244633 w 2947108"/>
                <a:gd name="connsiteY1" fmla="*/ 58119 h 3125828"/>
                <a:gd name="connsiteX2" fmla="*/ 2629091 w 2947108"/>
                <a:gd name="connsiteY2" fmla="*/ 491467 h 3125828"/>
                <a:gd name="connsiteX3" fmla="*/ 2855422 w 2947108"/>
                <a:gd name="connsiteY3" fmla="*/ 1980480 h 3125828"/>
                <a:gd name="connsiteX4" fmla="*/ 1542660 w 2947108"/>
                <a:gd name="connsiteY4" fmla="*/ 3123909 h 3125828"/>
                <a:gd name="connsiteX5" fmla="*/ 6378 w 2947108"/>
                <a:gd name="connsiteY5" fmla="*/ 1709547 h 3125828"/>
                <a:gd name="connsiteX0" fmla="*/ 6378 w 2916630"/>
                <a:gd name="connsiteY0" fmla="*/ 1709547 h 3133639"/>
                <a:gd name="connsiteX1" fmla="*/ 1244633 w 2916630"/>
                <a:gd name="connsiteY1" fmla="*/ 58119 h 3133639"/>
                <a:gd name="connsiteX2" fmla="*/ 2629091 w 2916630"/>
                <a:gd name="connsiteY2" fmla="*/ 491467 h 3133639"/>
                <a:gd name="connsiteX3" fmla="*/ 2814782 w 2916630"/>
                <a:gd name="connsiteY3" fmla="*/ 2244640 h 3133639"/>
                <a:gd name="connsiteX4" fmla="*/ 1542660 w 2916630"/>
                <a:gd name="connsiteY4" fmla="*/ 3123909 h 3133639"/>
                <a:gd name="connsiteX5" fmla="*/ 6378 w 2916630"/>
                <a:gd name="connsiteY5" fmla="*/ 1709547 h 3133639"/>
                <a:gd name="connsiteX0" fmla="*/ 5313 w 2915565"/>
                <a:gd name="connsiteY0" fmla="*/ 1643876 h 3067968"/>
                <a:gd name="connsiteX1" fmla="*/ 1094555 w 2915565"/>
                <a:gd name="connsiteY1" fmla="*/ 66954 h 3067968"/>
                <a:gd name="connsiteX2" fmla="*/ 2628026 w 2915565"/>
                <a:gd name="connsiteY2" fmla="*/ 425796 h 3067968"/>
                <a:gd name="connsiteX3" fmla="*/ 2813717 w 2915565"/>
                <a:gd name="connsiteY3" fmla="*/ 2178969 h 3067968"/>
                <a:gd name="connsiteX4" fmla="*/ 1541595 w 2915565"/>
                <a:gd name="connsiteY4" fmla="*/ 3058238 h 3067968"/>
                <a:gd name="connsiteX5" fmla="*/ 5313 w 2915565"/>
                <a:gd name="connsiteY5" fmla="*/ 1643876 h 3067968"/>
                <a:gd name="connsiteX0" fmla="*/ 6134 w 2916386"/>
                <a:gd name="connsiteY0" fmla="*/ 1669190 h 3093282"/>
                <a:gd name="connsiteX1" fmla="*/ 1095376 w 2916386"/>
                <a:gd name="connsiteY1" fmla="*/ 92268 h 3093282"/>
                <a:gd name="connsiteX2" fmla="*/ 2628847 w 2916386"/>
                <a:gd name="connsiteY2" fmla="*/ 451110 h 3093282"/>
                <a:gd name="connsiteX3" fmla="*/ 2814538 w 2916386"/>
                <a:gd name="connsiteY3" fmla="*/ 2204283 h 3093282"/>
                <a:gd name="connsiteX4" fmla="*/ 1542416 w 2916386"/>
                <a:gd name="connsiteY4" fmla="*/ 3083552 h 3093282"/>
                <a:gd name="connsiteX5" fmla="*/ 6134 w 2916386"/>
                <a:gd name="connsiteY5" fmla="*/ 1669190 h 3093282"/>
                <a:gd name="connsiteX0" fmla="*/ 3430 w 2913682"/>
                <a:gd name="connsiteY0" fmla="*/ 1669190 h 3093282"/>
                <a:gd name="connsiteX1" fmla="*/ 1092672 w 2913682"/>
                <a:gd name="connsiteY1" fmla="*/ 92268 h 3093282"/>
                <a:gd name="connsiteX2" fmla="*/ 2626143 w 2913682"/>
                <a:gd name="connsiteY2" fmla="*/ 451110 h 3093282"/>
                <a:gd name="connsiteX3" fmla="*/ 2811834 w 2913682"/>
                <a:gd name="connsiteY3" fmla="*/ 2204283 h 3093282"/>
                <a:gd name="connsiteX4" fmla="*/ 1539712 w 2913682"/>
                <a:gd name="connsiteY4" fmla="*/ 3083552 h 3093282"/>
                <a:gd name="connsiteX5" fmla="*/ 3430 w 2913682"/>
                <a:gd name="connsiteY5" fmla="*/ 1669190 h 3093282"/>
                <a:gd name="connsiteX0" fmla="*/ 856 w 2911108"/>
                <a:gd name="connsiteY0" fmla="*/ 1669190 h 3059971"/>
                <a:gd name="connsiteX1" fmla="*/ 1090098 w 2911108"/>
                <a:gd name="connsiteY1" fmla="*/ 92268 h 3059971"/>
                <a:gd name="connsiteX2" fmla="*/ 2623569 w 2911108"/>
                <a:gd name="connsiteY2" fmla="*/ 451110 h 3059971"/>
                <a:gd name="connsiteX3" fmla="*/ 2809260 w 2911108"/>
                <a:gd name="connsiteY3" fmla="*/ 2204283 h 3059971"/>
                <a:gd name="connsiteX4" fmla="*/ 1245884 w 2911108"/>
                <a:gd name="connsiteY4" fmla="*/ 3049685 h 3059971"/>
                <a:gd name="connsiteX5" fmla="*/ 856 w 2911108"/>
                <a:gd name="connsiteY5" fmla="*/ 1669190 h 3059971"/>
                <a:gd name="connsiteX0" fmla="*/ 856 w 2911108"/>
                <a:gd name="connsiteY0" fmla="*/ 1669190 h 3076084"/>
                <a:gd name="connsiteX1" fmla="*/ 1090098 w 2911108"/>
                <a:gd name="connsiteY1" fmla="*/ 92268 h 3076084"/>
                <a:gd name="connsiteX2" fmla="*/ 2623569 w 2911108"/>
                <a:gd name="connsiteY2" fmla="*/ 451110 h 3076084"/>
                <a:gd name="connsiteX3" fmla="*/ 2809260 w 2911108"/>
                <a:gd name="connsiteY3" fmla="*/ 2204283 h 3076084"/>
                <a:gd name="connsiteX4" fmla="*/ 1245884 w 2911108"/>
                <a:gd name="connsiteY4" fmla="*/ 3049685 h 3076084"/>
                <a:gd name="connsiteX5" fmla="*/ 856 w 2911108"/>
                <a:gd name="connsiteY5" fmla="*/ 1669190 h 3076084"/>
                <a:gd name="connsiteX0" fmla="*/ 27222 w 2937474"/>
                <a:gd name="connsiteY0" fmla="*/ 1577456 h 2984350"/>
                <a:gd name="connsiteX1" fmla="*/ 468921 w 2937474"/>
                <a:gd name="connsiteY1" fmla="*/ 413561 h 2984350"/>
                <a:gd name="connsiteX2" fmla="*/ 1116464 w 2937474"/>
                <a:gd name="connsiteY2" fmla="*/ 534 h 2984350"/>
                <a:gd name="connsiteX3" fmla="*/ 2649935 w 2937474"/>
                <a:gd name="connsiteY3" fmla="*/ 359376 h 2984350"/>
                <a:gd name="connsiteX4" fmla="*/ 2835626 w 2937474"/>
                <a:gd name="connsiteY4" fmla="*/ 2112549 h 2984350"/>
                <a:gd name="connsiteX5" fmla="*/ 1272250 w 2937474"/>
                <a:gd name="connsiteY5" fmla="*/ 2957951 h 2984350"/>
                <a:gd name="connsiteX6" fmla="*/ 27222 w 2937474"/>
                <a:gd name="connsiteY6" fmla="*/ 1577456 h 2984350"/>
                <a:gd name="connsiteX0" fmla="*/ 27222 w 2937474"/>
                <a:gd name="connsiteY0" fmla="*/ 1624714 h 3031608"/>
                <a:gd name="connsiteX1" fmla="*/ 468921 w 2937474"/>
                <a:gd name="connsiteY1" fmla="*/ 460819 h 3031608"/>
                <a:gd name="connsiteX2" fmla="*/ 1428037 w 2937474"/>
                <a:gd name="connsiteY2" fmla="*/ 379 h 3031608"/>
                <a:gd name="connsiteX3" fmla="*/ 2649935 w 2937474"/>
                <a:gd name="connsiteY3" fmla="*/ 406634 h 3031608"/>
                <a:gd name="connsiteX4" fmla="*/ 2835626 w 2937474"/>
                <a:gd name="connsiteY4" fmla="*/ 2159807 h 3031608"/>
                <a:gd name="connsiteX5" fmla="*/ 1272250 w 2937474"/>
                <a:gd name="connsiteY5" fmla="*/ 3005209 h 3031608"/>
                <a:gd name="connsiteX6" fmla="*/ 27222 w 2937474"/>
                <a:gd name="connsiteY6" fmla="*/ 1624714 h 3031608"/>
                <a:gd name="connsiteX0" fmla="*/ 27222 w 3027730"/>
                <a:gd name="connsiteY0" fmla="*/ 1624714 h 3012474"/>
                <a:gd name="connsiteX1" fmla="*/ 468921 w 3027730"/>
                <a:gd name="connsiteY1" fmla="*/ 460819 h 3012474"/>
                <a:gd name="connsiteX2" fmla="*/ 1428037 w 3027730"/>
                <a:gd name="connsiteY2" fmla="*/ 379 h 3012474"/>
                <a:gd name="connsiteX3" fmla="*/ 2649935 w 3027730"/>
                <a:gd name="connsiteY3" fmla="*/ 406634 h 3012474"/>
                <a:gd name="connsiteX4" fmla="*/ 2950772 w 3027730"/>
                <a:gd name="connsiteY4" fmla="*/ 2092073 h 3012474"/>
                <a:gd name="connsiteX5" fmla="*/ 1272250 w 3027730"/>
                <a:gd name="connsiteY5" fmla="*/ 3005209 h 3012474"/>
                <a:gd name="connsiteX6" fmla="*/ 27222 w 3027730"/>
                <a:gd name="connsiteY6" fmla="*/ 1624714 h 3012474"/>
                <a:gd name="connsiteX0" fmla="*/ 27222 w 3027730"/>
                <a:gd name="connsiteY0" fmla="*/ 1624714 h 3018036"/>
                <a:gd name="connsiteX1" fmla="*/ 468921 w 3027730"/>
                <a:gd name="connsiteY1" fmla="*/ 460819 h 3018036"/>
                <a:gd name="connsiteX2" fmla="*/ 1428037 w 3027730"/>
                <a:gd name="connsiteY2" fmla="*/ 379 h 3018036"/>
                <a:gd name="connsiteX3" fmla="*/ 2649935 w 3027730"/>
                <a:gd name="connsiteY3" fmla="*/ 406634 h 3018036"/>
                <a:gd name="connsiteX4" fmla="*/ 2950772 w 3027730"/>
                <a:gd name="connsiteY4" fmla="*/ 2092073 h 3018036"/>
                <a:gd name="connsiteX5" fmla="*/ 1272250 w 3027730"/>
                <a:gd name="connsiteY5" fmla="*/ 3005209 h 3018036"/>
                <a:gd name="connsiteX6" fmla="*/ 27222 w 3027730"/>
                <a:gd name="connsiteY6" fmla="*/ 1624714 h 3018036"/>
                <a:gd name="connsiteX0" fmla="*/ 27222 w 3074585"/>
                <a:gd name="connsiteY0" fmla="*/ 1624714 h 3018036"/>
                <a:gd name="connsiteX1" fmla="*/ 468921 w 3074585"/>
                <a:gd name="connsiteY1" fmla="*/ 460819 h 3018036"/>
                <a:gd name="connsiteX2" fmla="*/ 1428037 w 3074585"/>
                <a:gd name="connsiteY2" fmla="*/ 379 h 3018036"/>
                <a:gd name="connsiteX3" fmla="*/ 2649935 w 3074585"/>
                <a:gd name="connsiteY3" fmla="*/ 406634 h 3018036"/>
                <a:gd name="connsiteX4" fmla="*/ 2950772 w 3074585"/>
                <a:gd name="connsiteY4" fmla="*/ 2092073 h 3018036"/>
                <a:gd name="connsiteX5" fmla="*/ 1272250 w 3074585"/>
                <a:gd name="connsiteY5" fmla="*/ 3005209 h 3018036"/>
                <a:gd name="connsiteX6" fmla="*/ 27222 w 3074585"/>
                <a:gd name="connsiteY6" fmla="*/ 1624714 h 3018036"/>
                <a:gd name="connsiteX0" fmla="*/ 11907 w 3059270"/>
                <a:gd name="connsiteY0" fmla="*/ 1624714 h 3018036"/>
                <a:gd name="connsiteX1" fmla="*/ 453606 w 3059270"/>
                <a:gd name="connsiteY1" fmla="*/ 460819 h 3018036"/>
                <a:gd name="connsiteX2" fmla="*/ 1412722 w 3059270"/>
                <a:gd name="connsiteY2" fmla="*/ 379 h 3018036"/>
                <a:gd name="connsiteX3" fmla="*/ 2634620 w 3059270"/>
                <a:gd name="connsiteY3" fmla="*/ 406634 h 3018036"/>
                <a:gd name="connsiteX4" fmla="*/ 2935457 w 3059270"/>
                <a:gd name="connsiteY4" fmla="*/ 2092073 h 3018036"/>
                <a:gd name="connsiteX5" fmla="*/ 1256935 w 3059270"/>
                <a:gd name="connsiteY5" fmla="*/ 3005209 h 3018036"/>
                <a:gd name="connsiteX6" fmla="*/ 11907 w 3059270"/>
                <a:gd name="connsiteY6" fmla="*/ 1624714 h 301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9270" h="3018036">
                  <a:moveTo>
                    <a:pt x="11907" y="1624714"/>
                  </a:moveTo>
                  <a:cubicBezTo>
                    <a:pt x="-67795" y="983902"/>
                    <a:pt x="272066" y="723639"/>
                    <a:pt x="453606" y="460819"/>
                  </a:cubicBezTo>
                  <a:cubicBezTo>
                    <a:pt x="635146" y="197999"/>
                    <a:pt x="1049220" y="9410"/>
                    <a:pt x="1412722" y="379"/>
                  </a:cubicBezTo>
                  <a:cubicBezTo>
                    <a:pt x="1776224" y="-8652"/>
                    <a:pt x="2371800" y="143814"/>
                    <a:pt x="2634620" y="406634"/>
                  </a:cubicBezTo>
                  <a:cubicBezTo>
                    <a:pt x="2897440" y="669454"/>
                    <a:pt x="3249737" y="1489643"/>
                    <a:pt x="2935457" y="2092073"/>
                  </a:cubicBezTo>
                  <a:cubicBezTo>
                    <a:pt x="2492483" y="2809649"/>
                    <a:pt x="1744193" y="3083102"/>
                    <a:pt x="1256935" y="3005209"/>
                  </a:cubicBezTo>
                  <a:cubicBezTo>
                    <a:pt x="769677" y="2927316"/>
                    <a:pt x="91609" y="2265526"/>
                    <a:pt x="11907" y="16247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2">
              <a:extLst>
                <a:ext uri="{FF2B5EF4-FFF2-40B4-BE49-F238E27FC236}">
                  <a16:creationId xmlns:a16="http://schemas.microsoft.com/office/drawing/2014/main" id="{9F4BFFA1-967A-A45A-A691-64C3E3574330}"/>
                </a:ext>
              </a:extLst>
            </p:cNvPr>
            <p:cNvSpPr/>
            <p:nvPr/>
          </p:nvSpPr>
          <p:spPr>
            <a:xfrm rot="5400000">
              <a:off x="8635428" y="5107500"/>
              <a:ext cx="1767880" cy="1740899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8418" h="1153680">
                  <a:moveTo>
                    <a:pt x="0" y="1149404"/>
                  </a:moveTo>
                  <a:cubicBezTo>
                    <a:pt x="57713" y="932071"/>
                    <a:pt x="332491" y="312169"/>
                    <a:pt x="474495" y="51611"/>
                  </a:cubicBezTo>
                  <a:cubicBezTo>
                    <a:pt x="506474" y="26838"/>
                    <a:pt x="491140" y="-61980"/>
                    <a:pt x="581205" y="73013"/>
                  </a:cubicBezTo>
                  <a:cubicBezTo>
                    <a:pt x="765377" y="374593"/>
                    <a:pt x="939760" y="715364"/>
                    <a:pt x="1123932" y="1016944"/>
                  </a:cubicBezTo>
                  <a:cubicBezTo>
                    <a:pt x="1136724" y="1060629"/>
                    <a:pt x="1185346" y="1131007"/>
                    <a:pt x="1162309" y="1147998"/>
                  </a:cubicBezTo>
                  <a:cubicBezTo>
                    <a:pt x="1126633" y="1161956"/>
                    <a:pt x="394907" y="1145283"/>
                    <a:pt x="0" y="1149404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A6C704-74AA-A268-EC09-E9AF422BAA4A}"/>
                </a:ext>
              </a:extLst>
            </p:cNvPr>
            <p:cNvSpPr/>
            <p:nvPr/>
          </p:nvSpPr>
          <p:spPr>
            <a:xfrm rot="10281995">
              <a:off x="9401726" y="3858921"/>
              <a:ext cx="1542396" cy="1438780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4E8DC1A-AC70-F364-18AC-8B1808873F3A}"/>
                </a:ext>
              </a:extLst>
            </p:cNvPr>
            <p:cNvSpPr/>
            <p:nvPr/>
          </p:nvSpPr>
          <p:spPr>
            <a:xfrm rot="380068">
              <a:off x="6523263" y="5847961"/>
              <a:ext cx="2074852" cy="987636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Star: 7 Points 2">
              <a:extLst>
                <a:ext uri="{FF2B5EF4-FFF2-40B4-BE49-F238E27FC236}">
                  <a16:creationId xmlns:a16="http://schemas.microsoft.com/office/drawing/2014/main" id="{A06EF12B-6606-5106-0816-D183243EDA91}"/>
                </a:ext>
              </a:extLst>
            </p:cNvPr>
            <p:cNvSpPr/>
            <p:nvPr/>
          </p:nvSpPr>
          <p:spPr>
            <a:xfrm rot="21208862">
              <a:off x="6584033" y="3879526"/>
              <a:ext cx="2132596" cy="2023692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02527" h="4841960">
                  <a:moveTo>
                    <a:pt x="1" y="2871567"/>
                  </a:moveTo>
                  <a:cubicBezTo>
                    <a:pt x="421402" y="2584945"/>
                    <a:pt x="1175071" y="2342174"/>
                    <a:pt x="1612943" y="2131595"/>
                  </a:cubicBezTo>
                  <a:cubicBezTo>
                    <a:pt x="1481299" y="1826529"/>
                    <a:pt x="548845" y="1124818"/>
                    <a:pt x="485508" y="933726"/>
                  </a:cubicBezTo>
                  <a:cubicBezTo>
                    <a:pt x="1004428" y="1022184"/>
                    <a:pt x="2157000" y="1438183"/>
                    <a:pt x="2253602" y="1457047"/>
                  </a:cubicBezTo>
                  <a:cubicBezTo>
                    <a:pt x="2421883" y="1235963"/>
                    <a:pt x="2561804" y="370262"/>
                    <a:pt x="2767495" y="0"/>
                  </a:cubicBezTo>
                  <a:cubicBezTo>
                    <a:pt x="2961050" y="579670"/>
                    <a:pt x="3085800" y="1250964"/>
                    <a:pt x="3180842" y="1613401"/>
                  </a:cubicBezTo>
                  <a:cubicBezTo>
                    <a:pt x="3830458" y="1277637"/>
                    <a:pt x="4513089" y="677511"/>
                    <a:pt x="4697919" y="711224"/>
                  </a:cubicBezTo>
                  <a:cubicBezTo>
                    <a:pt x="4671089" y="917044"/>
                    <a:pt x="4368692" y="1342376"/>
                    <a:pt x="4272827" y="1480991"/>
                  </a:cubicBezTo>
                  <a:lnTo>
                    <a:pt x="3922734" y="2012985"/>
                  </a:lnTo>
                  <a:cubicBezTo>
                    <a:pt x="4061002" y="2156051"/>
                    <a:pt x="4970923" y="2236170"/>
                    <a:pt x="5102436" y="2339389"/>
                  </a:cubicBezTo>
                  <a:cubicBezTo>
                    <a:pt x="5111768" y="2481626"/>
                    <a:pt x="4403169" y="2567925"/>
                    <a:pt x="3863686" y="2811641"/>
                  </a:cubicBezTo>
                  <a:cubicBezTo>
                    <a:pt x="4058045" y="3055818"/>
                    <a:pt x="4635886" y="3630336"/>
                    <a:pt x="4828315" y="3987432"/>
                  </a:cubicBezTo>
                  <a:cubicBezTo>
                    <a:pt x="4478531" y="3927776"/>
                    <a:pt x="3667817" y="3513566"/>
                    <a:pt x="3349202" y="3472552"/>
                  </a:cubicBezTo>
                  <a:cubicBezTo>
                    <a:pt x="3302826" y="3787859"/>
                    <a:pt x="3264946" y="4551710"/>
                    <a:pt x="3184115" y="4840512"/>
                  </a:cubicBezTo>
                  <a:cubicBezTo>
                    <a:pt x="3047820" y="4888982"/>
                    <a:pt x="2486222" y="3704492"/>
                    <a:pt x="2421953" y="3718173"/>
                  </a:cubicBezTo>
                  <a:cubicBezTo>
                    <a:pt x="2290571" y="3712506"/>
                    <a:pt x="1238296" y="4573139"/>
                    <a:pt x="1092966" y="4437056"/>
                  </a:cubicBezTo>
                  <a:cubicBezTo>
                    <a:pt x="1167837" y="3959174"/>
                    <a:pt x="1449412" y="3421788"/>
                    <a:pt x="1577328" y="2981795"/>
                  </a:cubicBezTo>
                  <a:cubicBezTo>
                    <a:pt x="1489335" y="2910464"/>
                    <a:pt x="52036" y="3008383"/>
                    <a:pt x="1" y="287156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837580B-FC1A-5972-AF52-8C880799FC6A}"/>
                </a:ext>
              </a:extLst>
            </p:cNvPr>
            <p:cNvGrpSpPr/>
            <p:nvPr/>
          </p:nvGrpSpPr>
          <p:grpSpPr>
            <a:xfrm flipH="1">
              <a:off x="10919406" y="5908182"/>
              <a:ext cx="604535" cy="324056"/>
              <a:chOff x="5447388" y="3100610"/>
              <a:chExt cx="1500891" cy="80454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0DE113-2459-DCEF-8DFE-52CD9480794D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631A13C-79E5-BE04-8ED7-F3072147513A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0EBF68B-15B7-1639-849A-82250DFFE394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FE3985F-A3B9-55BE-04C8-7715A0A633E1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BE18D86-2ACA-9CC0-C76C-3F75D3765E00}"/>
                  </a:ext>
                </a:extLst>
              </p:cNvPr>
              <p:cNvSpPr/>
              <p:nvPr/>
            </p:nvSpPr>
            <p:spPr>
              <a:xfrm>
                <a:off x="6145254" y="3809875"/>
                <a:ext cx="202240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598AD4-0B65-BE9C-01FA-37C04C813984}"/>
                </a:ext>
              </a:extLst>
            </p:cNvPr>
            <p:cNvGrpSpPr/>
            <p:nvPr/>
          </p:nvGrpSpPr>
          <p:grpSpPr>
            <a:xfrm rot="10991591" flipH="1">
              <a:off x="7446963" y="4767894"/>
              <a:ext cx="550250" cy="268884"/>
              <a:chOff x="9017281" y="2376893"/>
              <a:chExt cx="631994" cy="308829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A278416-F64F-2340-D38F-8A9ABE73CC5B}"/>
                  </a:ext>
                </a:extLst>
              </p:cNvPr>
              <p:cNvSpPr/>
              <p:nvPr/>
            </p:nvSpPr>
            <p:spPr>
              <a:xfrm rot="11328795" flipH="1" flipV="1">
                <a:off x="9017281" y="2390279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2089871-B2BF-1152-C7E8-85A5798A2F23}"/>
                  </a:ext>
                </a:extLst>
              </p:cNvPr>
              <p:cNvSpPr/>
              <p:nvPr/>
            </p:nvSpPr>
            <p:spPr>
              <a:xfrm rot="11328795" flipH="1" flipV="1">
                <a:off x="9122380" y="2397881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9DE40A6-A2CF-65A2-D591-9A6E237A0F3C}"/>
                  </a:ext>
                </a:extLst>
              </p:cNvPr>
              <p:cNvSpPr/>
              <p:nvPr/>
            </p:nvSpPr>
            <p:spPr>
              <a:xfrm rot="10707317" flipH="1" flipV="1">
                <a:off x="9398861" y="2378603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338248F-C8BB-437F-9491-3B2EF87B95B4}"/>
                  </a:ext>
                </a:extLst>
              </p:cNvPr>
              <p:cNvSpPr/>
              <p:nvPr/>
            </p:nvSpPr>
            <p:spPr>
              <a:xfrm rot="10707317" flipH="1" flipV="1">
                <a:off x="9489282" y="2376893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F128D92-9A83-8732-7800-F57B3A732AB4}"/>
                </a:ext>
              </a:extLst>
            </p:cNvPr>
            <p:cNvGrpSpPr/>
            <p:nvPr/>
          </p:nvGrpSpPr>
          <p:grpSpPr>
            <a:xfrm>
              <a:off x="7388285" y="6212319"/>
              <a:ext cx="535056" cy="343488"/>
              <a:chOff x="8663598" y="4719110"/>
              <a:chExt cx="614543" cy="394516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1299000-6F06-41E3-29A8-94B668C6081F}"/>
                  </a:ext>
                </a:extLst>
              </p:cNvPr>
              <p:cNvSpPr/>
              <p:nvPr/>
            </p:nvSpPr>
            <p:spPr>
              <a:xfrm rot="5636109">
                <a:off x="9095021" y="4685732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077D5DB-6093-C72C-E6A0-B09357230000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2292BF1-1D19-2BDF-0F97-CE3A79127684}"/>
                  </a:ext>
                </a:extLst>
              </p:cNvPr>
              <p:cNvSpPr/>
              <p:nvPr/>
            </p:nvSpPr>
            <p:spPr>
              <a:xfrm flipH="1">
                <a:off x="8900601" y="5071230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6B1D549-ABD4-A983-4694-7749A27AB3A9}"/>
                </a:ext>
              </a:extLst>
            </p:cNvPr>
            <p:cNvGrpSpPr/>
            <p:nvPr/>
          </p:nvGrpSpPr>
          <p:grpSpPr>
            <a:xfrm rot="624441">
              <a:off x="9987214" y="4407215"/>
              <a:ext cx="409734" cy="334036"/>
              <a:chOff x="7443521" y="1453584"/>
              <a:chExt cx="575806" cy="469427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7F266A8-A24E-B97B-02EB-57EA5FE9C2F2}"/>
                  </a:ext>
                </a:extLst>
              </p:cNvPr>
              <p:cNvGrpSpPr/>
              <p:nvPr/>
            </p:nvGrpSpPr>
            <p:grpSpPr>
              <a:xfrm>
                <a:off x="7443521" y="1453584"/>
                <a:ext cx="575806" cy="245719"/>
                <a:chOff x="7443521" y="1453584"/>
                <a:chExt cx="575806" cy="245719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A648199-0EE4-CB7E-6ED6-4362CB88A36A}"/>
                    </a:ext>
                  </a:extLst>
                </p:cNvPr>
                <p:cNvSpPr/>
                <p:nvPr/>
              </p:nvSpPr>
              <p:spPr>
                <a:xfrm rot="20842655" flipH="1">
                  <a:off x="7443521" y="1546719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E195A0B3-94D4-2238-D0B9-3C172F4AA6F6}"/>
                    </a:ext>
                  </a:extLst>
                </p:cNvPr>
                <p:cNvSpPr/>
                <p:nvPr/>
              </p:nvSpPr>
              <p:spPr>
                <a:xfrm rot="20842655" flipH="1">
                  <a:off x="7871225" y="1453584"/>
                  <a:ext cx="148102" cy="152584"/>
                </a:xfrm>
                <a:prstGeom prst="ellipse">
                  <a:avLst/>
                </a:pr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0686821-2342-9983-0B7F-1F4D2E89D5F4}"/>
                  </a:ext>
                </a:extLst>
              </p:cNvPr>
              <p:cNvSpPr/>
              <p:nvPr/>
            </p:nvSpPr>
            <p:spPr>
              <a:xfrm rot="21044464">
                <a:off x="7702877" y="1813170"/>
                <a:ext cx="242399" cy="10984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Title 34">
            <a:extLst>
              <a:ext uri="{FF2B5EF4-FFF2-40B4-BE49-F238E27FC236}">
                <a16:creationId xmlns:a16="http://schemas.microsoft.com/office/drawing/2014/main" id="{047E66E2-309B-4271-311B-E4DFD1F2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396340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7451E102-60B4-6C20-7EE0-642FB2B2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972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1337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65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BD2D58C-45C2-333A-D403-F74EAA0C13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6181740-C15F-36A2-C76A-E150F1A4BCC9}"/>
              </a:ext>
            </a:extLst>
          </p:cNvPr>
          <p:cNvSpPr/>
          <p:nvPr/>
        </p:nvSpPr>
        <p:spPr>
          <a:xfrm rot="975782" flipV="1">
            <a:off x="7803140" y="4302438"/>
            <a:ext cx="2632658" cy="208562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068080 w 4594182"/>
              <a:gd name="connsiteY2" fmla="*/ 2303347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09677"/>
              <a:gd name="connsiteX1" fmla="*/ 4594182 w 4594182"/>
              <a:gd name="connsiteY1" fmla="*/ 278024 h 3609677"/>
              <a:gd name="connsiteX2" fmla="*/ 4167559 w 4594182"/>
              <a:gd name="connsiteY2" fmla="*/ 2547571 h 3609677"/>
              <a:gd name="connsiteX3" fmla="*/ 2847727 w 4594182"/>
              <a:gd name="connsiteY3" fmla="*/ 3500970 h 3609677"/>
              <a:gd name="connsiteX4" fmla="*/ 1908870 w 4594182"/>
              <a:gd name="connsiteY4" fmla="*/ 3556118 h 3609677"/>
              <a:gd name="connsiteX5" fmla="*/ 490012 w 4594182"/>
              <a:gd name="connsiteY5" fmla="*/ 3184180 h 3609677"/>
              <a:gd name="connsiteX6" fmla="*/ 15197 w 4594182"/>
              <a:gd name="connsiteY6" fmla="*/ 1426435 h 3609677"/>
              <a:gd name="connsiteX7" fmla="*/ 181940 w 4594182"/>
              <a:gd name="connsiteY7" fmla="*/ 0 h 3609677"/>
              <a:gd name="connsiteX0" fmla="*/ 181940 w 4594182"/>
              <a:gd name="connsiteY0" fmla="*/ 0 h 3611621"/>
              <a:gd name="connsiteX1" fmla="*/ 4594182 w 4594182"/>
              <a:gd name="connsiteY1" fmla="*/ 278024 h 3611621"/>
              <a:gd name="connsiteX2" fmla="*/ 4167559 w 4594182"/>
              <a:gd name="connsiteY2" fmla="*/ 2547571 h 3611621"/>
              <a:gd name="connsiteX3" fmla="*/ 3176527 w 4594182"/>
              <a:gd name="connsiteY3" fmla="*/ 3474260 h 3611621"/>
              <a:gd name="connsiteX4" fmla="*/ 1908870 w 4594182"/>
              <a:gd name="connsiteY4" fmla="*/ 3556118 h 3611621"/>
              <a:gd name="connsiteX5" fmla="*/ 490012 w 4594182"/>
              <a:gd name="connsiteY5" fmla="*/ 3184180 h 3611621"/>
              <a:gd name="connsiteX6" fmla="*/ 15197 w 4594182"/>
              <a:gd name="connsiteY6" fmla="*/ 1426435 h 3611621"/>
              <a:gd name="connsiteX7" fmla="*/ 181940 w 4594182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81940 w 4721154"/>
              <a:gd name="connsiteY0" fmla="*/ 0 h 3611621"/>
              <a:gd name="connsiteX1" fmla="*/ 4721154 w 4721154"/>
              <a:gd name="connsiteY1" fmla="*/ 266049 h 3611621"/>
              <a:gd name="connsiteX2" fmla="*/ 4167559 w 4721154"/>
              <a:gd name="connsiteY2" fmla="*/ 2547571 h 3611621"/>
              <a:gd name="connsiteX3" fmla="*/ 3176527 w 4721154"/>
              <a:gd name="connsiteY3" fmla="*/ 3474260 h 3611621"/>
              <a:gd name="connsiteX4" fmla="*/ 1908870 w 4721154"/>
              <a:gd name="connsiteY4" fmla="*/ 3556118 h 3611621"/>
              <a:gd name="connsiteX5" fmla="*/ 490012 w 4721154"/>
              <a:gd name="connsiteY5" fmla="*/ 3184180 h 3611621"/>
              <a:gd name="connsiteX6" fmla="*/ 15197 w 4721154"/>
              <a:gd name="connsiteY6" fmla="*/ 1426435 h 3611621"/>
              <a:gd name="connsiteX7" fmla="*/ 181940 w 4721154"/>
              <a:gd name="connsiteY7" fmla="*/ 0 h 3611621"/>
              <a:gd name="connsiteX0" fmla="*/ 124879 w 4752808"/>
              <a:gd name="connsiteY0" fmla="*/ 0 h 3626141"/>
              <a:gd name="connsiteX1" fmla="*/ 4752808 w 4752808"/>
              <a:gd name="connsiteY1" fmla="*/ 280569 h 3626141"/>
              <a:gd name="connsiteX2" fmla="*/ 4199213 w 4752808"/>
              <a:gd name="connsiteY2" fmla="*/ 2562091 h 3626141"/>
              <a:gd name="connsiteX3" fmla="*/ 3208181 w 4752808"/>
              <a:gd name="connsiteY3" fmla="*/ 3488780 h 3626141"/>
              <a:gd name="connsiteX4" fmla="*/ 1940524 w 4752808"/>
              <a:gd name="connsiteY4" fmla="*/ 3570638 h 3626141"/>
              <a:gd name="connsiteX5" fmla="*/ 521666 w 4752808"/>
              <a:gd name="connsiteY5" fmla="*/ 3198700 h 3626141"/>
              <a:gd name="connsiteX6" fmla="*/ 46851 w 4752808"/>
              <a:gd name="connsiteY6" fmla="*/ 1440955 h 3626141"/>
              <a:gd name="connsiteX7" fmla="*/ 124879 w 4752808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91543 w 4719472"/>
              <a:gd name="connsiteY0" fmla="*/ 0 h 3626141"/>
              <a:gd name="connsiteX1" fmla="*/ 4719472 w 4719472"/>
              <a:gd name="connsiteY1" fmla="*/ 280569 h 3626141"/>
              <a:gd name="connsiteX2" fmla="*/ 4165877 w 4719472"/>
              <a:gd name="connsiteY2" fmla="*/ 2562091 h 3626141"/>
              <a:gd name="connsiteX3" fmla="*/ 3174845 w 4719472"/>
              <a:gd name="connsiteY3" fmla="*/ 3488780 h 3626141"/>
              <a:gd name="connsiteX4" fmla="*/ 1907188 w 4719472"/>
              <a:gd name="connsiteY4" fmla="*/ 3570638 h 3626141"/>
              <a:gd name="connsiteX5" fmla="*/ 488330 w 4719472"/>
              <a:gd name="connsiteY5" fmla="*/ 3198700 h 3626141"/>
              <a:gd name="connsiteX6" fmla="*/ 13515 w 4719472"/>
              <a:gd name="connsiteY6" fmla="*/ 1440955 h 3626141"/>
              <a:gd name="connsiteX7" fmla="*/ 91543 w 4719472"/>
              <a:gd name="connsiteY7" fmla="*/ 0 h 3626141"/>
              <a:gd name="connsiteX0" fmla="*/ 86824 w 4714753"/>
              <a:gd name="connsiteY0" fmla="*/ 0 h 3626141"/>
              <a:gd name="connsiteX1" fmla="*/ 4714753 w 4714753"/>
              <a:gd name="connsiteY1" fmla="*/ 280569 h 3626141"/>
              <a:gd name="connsiteX2" fmla="*/ 4161158 w 4714753"/>
              <a:gd name="connsiteY2" fmla="*/ 2562091 h 3626141"/>
              <a:gd name="connsiteX3" fmla="*/ 3170126 w 4714753"/>
              <a:gd name="connsiteY3" fmla="*/ 3488780 h 3626141"/>
              <a:gd name="connsiteX4" fmla="*/ 1902469 w 4714753"/>
              <a:gd name="connsiteY4" fmla="*/ 3570638 h 3626141"/>
              <a:gd name="connsiteX5" fmla="*/ 483611 w 4714753"/>
              <a:gd name="connsiteY5" fmla="*/ 3198700 h 3626141"/>
              <a:gd name="connsiteX6" fmla="*/ 8796 w 4714753"/>
              <a:gd name="connsiteY6" fmla="*/ 1440955 h 3626141"/>
              <a:gd name="connsiteX7" fmla="*/ 86824 w 4714753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0 h 3626141"/>
              <a:gd name="connsiteX1" fmla="*/ 4705957 w 4705957"/>
              <a:gd name="connsiteY1" fmla="*/ 280569 h 3626141"/>
              <a:gd name="connsiteX2" fmla="*/ 4152362 w 4705957"/>
              <a:gd name="connsiteY2" fmla="*/ 2562091 h 3626141"/>
              <a:gd name="connsiteX3" fmla="*/ 3161330 w 4705957"/>
              <a:gd name="connsiteY3" fmla="*/ 3488780 h 3626141"/>
              <a:gd name="connsiteX4" fmla="*/ 1893673 w 4705957"/>
              <a:gd name="connsiteY4" fmla="*/ 3570638 h 3626141"/>
              <a:gd name="connsiteX5" fmla="*/ 474815 w 4705957"/>
              <a:gd name="connsiteY5" fmla="*/ 3198700 h 3626141"/>
              <a:gd name="connsiteX6" fmla="*/ 0 w 4705957"/>
              <a:gd name="connsiteY6" fmla="*/ 1440955 h 3626141"/>
              <a:gd name="connsiteX7" fmla="*/ 78028 w 4705957"/>
              <a:gd name="connsiteY7" fmla="*/ 0 h 3626141"/>
              <a:gd name="connsiteX0" fmla="*/ 78028 w 4705957"/>
              <a:gd name="connsiteY0" fmla="*/ 662 h 3626803"/>
              <a:gd name="connsiteX1" fmla="*/ 4705957 w 4705957"/>
              <a:gd name="connsiteY1" fmla="*/ 281231 h 3626803"/>
              <a:gd name="connsiteX2" fmla="*/ 4152362 w 4705957"/>
              <a:gd name="connsiteY2" fmla="*/ 2562753 h 3626803"/>
              <a:gd name="connsiteX3" fmla="*/ 3161330 w 4705957"/>
              <a:gd name="connsiteY3" fmla="*/ 3489442 h 3626803"/>
              <a:gd name="connsiteX4" fmla="*/ 1893673 w 4705957"/>
              <a:gd name="connsiteY4" fmla="*/ 3571300 h 3626803"/>
              <a:gd name="connsiteX5" fmla="*/ 474815 w 4705957"/>
              <a:gd name="connsiteY5" fmla="*/ 3199362 h 3626803"/>
              <a:gd name="connsiteX6" fmla="*/ 0 w 4705957"/>
              <a:gd name="connsiteY6" fmla="*/ 1441617 h 3626803"/>
              <a:gd name="connsiteX7" fmla="*/ 78028 w 4705957"/>
              <a:gd name="connsiteY7" fmla="*/ 662 h 3626803"/>
              <a:gd name="connsiteX0" fmla="*/ 55573 w 4705957"/>
              <a:gd name="connsiteY0" fmla="*/ 668 h 3625981"/>
              <a:gd name="connsiteX1" fmla="*/ 4705957 w 4705957"/>
              <a:gd name="connsiteY1" fmla="*/ 280409 h 3625981"/>
              <a:gd name="connsiteX2" fmla="*/ 4152362 w 4705957"/>
              <a:gd name="connsiteY2" fmla="*/ 2561931 h 3625981"/>
              <a:gd name="connsiteX3" fmla="*/ 3161330 w 4705957"/>
              <a:gd name="connsiteY3" fmla="*/ 3488620 h 3625981"/>
              <a:gd name="connsiteX4" fmla="*/ 1893673 w 4705957"/>
              <a:gd name="connsiteY4" fmla="*/ 3570478 h 3625981"/>
              <a:gd name="connsiteX5" fmla="*/ 474815 w 4705957"/>
              <a:gd name="connsiteY5" fmla="*/ 3198540 h 3625981"/>
              <a:gd name="connsiteX6" fmla="*/ 0 w 4705957"/>
              <a:gd name="connsiteY6" fmla="*/ 1440795 h 3625981"/>
              <a:gd name="connsiteX7" fmla="*/ 55573 w 4705957"/>
              <a:gd name="connsiteY7" fmla="*/ 668 h 3625981"/>
              <a:gd name="connsiteX0" fmla="*/ 55573 w 4705957"/>
              <a:gd name="connsiteY0" fmla="*/ 666 h 3625979"/>
              <a:gd name="connsiteX1" fmla="*/ 4705957 w 4705957"/>
              <a:gd name="connsiteY1" fmla="*/ 280407 h 3625979"/>
              <a:gd name="connsiteX2" fmla="*/ 4152362 w 4705957"/>
              <a:gd name="connsiteY2" fmla="*/ 2561929 h 3625979"/>
              <a:gd name="connsiteX3" fmla="*/ 3161330 w 4705957"/>
              <a:gd name="connsiteY3" fmla="*/ 3488618 h 3625979"/>
              <a:gd name="connsiteX4" fmla="*/ 1893673 w 4705957"/>
              <a:gd name="connsiteY4" fmla="*/ 3570476 h 3625979"/>
              <a:gd name="connsiteX5" fmla="*/ 474815 w 4705957"/>
              <a:gd name="connsiteY5" fmla="*/ 3198538 h 3625979"/>
              <a:gd name="connsiteX6" fmla="*/ 0 w 4705957"/>
              <a:gd name="connsiteY6" fmla="*/ 1440793 h 3625979"/>
              <a:gd name="connsiteX7" fmla="*/ 55573 w 4705957"/>
              <a:gd name="connsiteY7" fmla="*/ 666 h 362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05957" h="3625979">
                <a:moveTo>
                  <a:pt x="55573" y="666"/>
                </a:moveTo>
                <a:cubicBezTo>
                  <a:pt x="297573" y="-12043"/>
                  <a:pt x="3397265" y="159662"/>
                  <a:pt x="4705957" y="280407"/>
                </a:cubicBezTo>
                <a:cubicBezTo>
                  <a:pt x="4551076" y="1109015"/>
                  <a:pt x="4347668" y="2061574"/>
                  <a:pt x="4152362" y="2561929"/>
                </a:cubicBezTo>
                <a:cubicBezTo>
                  <a:pt x="3861286" y="3099087"/>
                  <a:pt x="3521198" y="3279823"/>
                  <a:pt x="3161330" y="3488618"/>
                </a:cubicBezTo>
                <a:cubicBezTo>
                  <a:pt x="2801462" y="3697413"/>
                  <a:pt x="2341425" y="3618823"/>
                  <a:pt x="1893673" y="3570476"/>
                </a:cubicBezTo>
                <a:cubicBezTo>
                  <a:pt x="1445921" y="3522129"/>
                  <a:pt x="713451" y="3269843"/>
                  <a:pt x="474815" y="3198538"/>
                </a:cubicBezTo>
                <a:cubicBezTo>
                  <a:pt x="41150" y="2458902"/>
                  <a:pt x="37182" y="1927332"/>
                  <a:pt x="0" y="1440793"/>
                </a:cubicBezTo>
                <a:cubicBezTo>
                  <a:pt x="20825" y="886399"/>
                  <a:pt x="4940" y="8837"/>
                  <a:pt x="55573" y="666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Isosceles Triangle 2">
            <a:extLst>
              <a:ext uri="{FF2B5EF4-FFF2-40B4-BE49-F238E27FC236}">
                <a16:creationId xmlns:a16="http://schemas.microsoft.com/office/drawing/2014/main" id="{9F4BFFA1-967A-A45A-A691-64C3E3574330}"/>
              </a:ext>
            </a:extLst>
          </p:cNvPr>
          <p:cNvSpPr/>
          <p:nvPr/>
        </p:nvSpPr>
        <p:spPr>
          <a:xfrm rot="6805257">
            <a:off x="5405552" y="4933006"/>
            <a:ext cx="2491987" cy="2489774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213249"/>
              <a:gd name="connsiteY0" fmla="*/ 1236679 h 1243473"/>
              <a:gd name="connsiteX1" fmla="*/ 475521 w 1213249"/>
              <a:gd name="connsiteY1" fmla="*/ 97229 h 1243473"/>
              <a:gd name="connsiteX2" fmla="*/ 626036 w 1213249"/>
              <a:gd name="connsiteY2" fmla="*/ 89350 h 1243473"/>
              <a:gd name="connsiteX3" fmla="*/ 1168763 w 1213249"/>
              <a:gd name="connsiteY3" fmla="*/ 956420 h 1243473"/>
              <a:gd name="connsiteX4" fmla="*/ 1207140 w 1213249"/>
              <a:gd name="connsiteY4" fmla="*/ 1087474 h 1243473"/>
              <a:gd name="connsiteX5" fmla="*/ 0 w 1213249"/>
              <a:gd name="connsiteY5" fmla="*/ 1236679 h 1243473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18961"/>
              <a:gd name="connsiteY0" fmla="*/ 1124865 h 1139344"/>
              <a:gd name="connsiteX1" fmla="*/ 381233 w 1118961"/>
              <a:gd name="connsiteY1" fmla="*/ 97229 h 1139344"/>
              <a:gd name="connsiteX2" fmla="*/ 531748 w 1118961"/>
              <a:gd name="connsiteY2" fmla="*/ 89350 h 1139344"/>
              <a:gd name="connsiteX3" fmla="*/ 1074475 w 1118961"/>
              <a:gd name="connsiteY3" fmla="*/ 956420 h 1139344"/>
              <a:gd name="connsiteX4" fmla="*/ 1112852 w 1118961"/>
              <a:gd name="connsiteY4" fmla="*/ 1087474 h 1139344"/>
              <a:gd name="connsiteX5" fmla="*/ 0 w 1118961"/>
              <a:gd name="connsiteY5" fmla="*/ 1124865 h 1139344"/>
              <a:gd name="connsiteX0" fmla="*/ 0 w 1141041"/>
              <a:gd name="connsiteY0" fmla="*/ 1092540 h 1113741"/>
              <a:gd name="connsiteX1" fmla="*/ 403313 w 1141041"/>
              <a:gd name="connsiteY1" fmla="*/ 97229 h 1113741"/>
              <a:gd name="connsiteX2" fmla="*/ 553828 w 1141041"/>
              <a:gd name="connsiteY2" fmla="*/ 89350 h 1113741"/>
              <a:gd name="connsiteX3" fmla="*/ 1096555 w 1141041"/>
              <a:gd name="connsiteY3" fmla="*/ 956420 h 1113741"/>
              <a:gd name="connsiteX4" fmla="*/ 1134932 w 1141041"/>
              <a:gd name="connsiteY4" fmla="*/ 1087474 h 1113741"/>
              <a:gd name="connsiteX5" fmla="*/ 0 w 1141041"/>
              <a:gd name="connsiteY5" fmla="*/ 1092540 h 1113741"/>
              <a:gd name="connsiteX0" fmla="*/ 0 w 1141041"/>
              <a:gd name="connsiteY0" fmla="*/ 1148921 h 1170122"/>
              <a:gd name="connsiteX1" fmla="*/ 403313 w 1141041"/>
              <a:gd name="connsiteY1" fmla="*/ 153610 h 1170122"/>
              <a:gd name="connsiteX2" fmla="*/ 553828 w 1141041"/>
              <a:gd name="connsiteY2" fmla="*/ 68870 h 1170122"/>
              <a:gd name="connsiteX3" fmla="*/ 1096555 w 1141041"/>
              <a:gd name="connsiteY3" fmla="*/ 1012801 h 1170122"/>
              <a:gd name="connsiteX4" fmla="*/ 1134932 w 1141041"/>
              <a:gd name="connsiteY4" fmla="*/ 1143855 h 1170122"/>
              <a:gd name="connsiteX5" fmla="*/ 0 w 1141041"/>
              <a:gd name="connsiteY5" fmla="*/ 1148921 h 1170122"/>
              <a:gd name="connsiteX0" fmla="*/ 0 w 1141041"/>
              <a:gd name="connsiteY0" fmla="*/ 1180261 h 1201462"/>
              <a:gd name="connsiteX1" fmla="*/ 447118 w 1141041"/>
              <a:gd name="connsiteY1" fmla="*/ 78808 h 1201462"/>
              <a:gd name="connsiteX2" fmla="*/ 553828 w 1141041"/>
              <a:gd name="connsiteY2" fmla="*/ 100210 h 1201462"/>
              <a:gd name="connsiteX3" fmla="*/ 1096555 w 1141041"/>
              <a:gd name="connsiteY3" fmla="*/ 1044141 h 1201462"/>
              <a:gd name="connsiteX4" fmla="*/ 1134932 w 1141041"/>
              <a:gd name="connsiteY4" fmla="*/ 1175195 h 1201462"/>
              <a:gd name="connsiteX5" fmla="*/ 0 w 1141041"/>
              <a:gd name="connsiteY5" fmla="*/ 1180261 h 1201462"/>
              <a:gd name="connsiteX0" fmla="*/ 0 w 1141041"/>
              <a:gd name="connsiteY0" fmla="*/ 1168083 h 1189284"/>
              <a:gd name="connsiteX1" fmla="*/ 447118 w 1141041"/>
              <a:gd name="connsiteY1" fmla="*/ 66630 h 1189284"/>
              <a:gd name="connsiteX2" fmla="*/ 553828 w 1141041"/>
              <a:gd name="connsiteY2" fmla="*/ 88032 h 1189284"/>
              <a:gd name="connsiteX3" fmla="*/ 1096555 w 1141041"/>
              <a:gd name="connsiteY3" fmla="*/ 1031963 h 1189284"/>
              <a:gd name="connsiteX4" fmla="*/ 1134932 w 1141041"/>
              <a:gd name="connsiteY4" fmla="*/ 1163017 h 1189284"/>
              <a:gd name="connsiteX5" fmla="*/ 0 w 1141041"/>
              <a:gd name="connsiteY5" fmla="*/ 1168083 h 1189284"/>
              <a:gd name="connsiteX0" fmla="*/ 0 w 1141041"/>
              <a:gd name="connsiteY0" fmla="*/ 1153064 h 1174265"/>
              <a:gd name="connsiteX1" fmla="*/ 447118 w 1141041"/>
              <a:gd name="connsiteY1" fmla="*/ 51611 h 1174265"/>
              <a:gd name="connsiteX2" fmla="*/ 553828 w 1141041"/>
              <a:gd name="connsiteY2" fmla="*/ 73013 h 1174265"/>
              <a:gd name="connsiteX3" fmla="*/ 1096555 w 1141041"/>
              <a:gd name="connsiteY3" fmla="*/ 1016944 h 1174265"/>
              <a:gd name="connsiteX4" fmla="*/ 1134932 w 1141041"/>
              <a:gd name="connsiteY4" fmla="*/ 1147998 h 1174265"/>
              <a:gd name="connsiteX5" fmla="*/ 0 w 1141041"/>
              <a:gd name="connsiteY5" fmla="*/ 1153064 h 1174265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41041"/>
              <a:gd name="connsiteY0" fmla="*/ 1153064 h 1154648"/>
              <a:gd name="connsiteX1" fmla="*/ 447118 w 1141041"/>
              <a:gd name="connsiteY1" fmla="*/ 51611 h 1154648"/>
              <a:gd name="connsiteX2" fmla="*/ 553828 w 1141041"/>
              <a:gd name="connsiteY2" fmla="*/ 73013 h 1154648"/>
              <a:gd name="connsiteX3" fmla="*/ 1096555 w 1141041"/>
              <a:gd name="connsiteY3" fmla="*/ 1016944 h 1154648"/>
              <a:gd name="connsiteX4" fmla="*/ 1134932 w 1141041"/>
              <a:gd name="connsiteY4" fmla="*/ 1147998 h 1154648"/>
              <a:gd name="connsiteX5" fmla="*/ 0 w 1141041"/>
              <a:gd name="connsiteY5" fmla="*/ 1153064 h 1154648"/>
              <a:gd name="connsiteX0" fmla="*/ 0 w 1168418"/>
              <a:gd name="connsiteY0" fmla="*/ 1149404 h 1153680"/>
              <a:gd name="connsiteX1" fmla="*/ 474495 w 1168418"/>
              <a:gd name="connsiteY1" fmla="*/ 51611 h 1153680"/>
              <a:gd name="connsiteX2" fmla="*/ 581205 w 1168418"/>
              <a:gd name="connsiteY2" fmla="*/ 73013 h 1153680"/>
              <a:gd name="connsiteX3" fmla="*/ 1123932 w 1168418"/>
              <a:gd name="connsiteY3" fmla="*/ 1016944 h 1153680"/>
              <a:gd name="connsiteX4" fmla="*/ 1162309 w 1168418"/>
              <a:gd name="connsiteY4" fmla="*/ 1147998 h 1153680"/>
              <a:gd name="connsiteX5" fmla="*/ 0 w 1168418"/>
              <a:gd name="connsiteY5" fmla="*/ 1149404 h 1153680"/>
              <a:gd name="connsiteX0" fmla="*/ 0 w 1176356"/>
              <a:gd name="connsiteY0" fmla="*/ 1149404 h 1150420"/>
              <a:gd name="connsiteX1" fmla="*/ 474495 w 1176356"/>
              <a:gd name="connsiteY1" fmla="*/ 51611 h 1150420"/>
              <a:gd name="connsiteX2" fmla="*/ 581205 w 1176356"/>
              <a:gd name="connsiteY2" fmla="*/ 73013 h 1150420"/>
              <a:gd name="connsiteX3" fmla="*/ 1123932 w 1176356"/>
              <a:gd name="connsiteY3" fmla="*/ 1016944 h 1150420"/>
              <a:gd name="connsiteX4" fmla="*/ 1170951 w 1176356"/>
              <a:gd name="connsiteY4" fmla="*/ 1143496 h 1150420"/>
              <a:gd name="connsiteX5" fmla="*/ 0 w 1176356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49404 h 1150420"/>
              <a:gd name="connsiteX1" fmla="*/ 474495 w 1179217"/>
              <a:gd name="connsiteY1" fmla="*/ 51611 h 1150420"/>
              <a:gd name="connsiteX2" fmla="*/ 581205 w 1179217"/>
              <a:gd name="connsiteY2" fmla="*/ 73013 h 1150420"/>
              <a:gd name="connsiteX3" fmla="*/ 1123932 w 1179217"/>
              <a:gd name="connsiteY3" fmla="*/ 1016944 h 1150420"/>
              <a:gd name="connsiteX4" fmla="*/ 1170951 w 1179217"/>
              <a:gd name="connsiteY4" fmla="*/ 1143496 h 1150420"/>
              <a:gd name="connsiteX5" fmla="*/ 0 w 1179217"/>
              <a:gd name="connsiteY5" fmla="*/ 1149404 h 1150420"/>
              <a:gd name="connsiteX0" fmla="*/ 0 w 1179217"/>
              <a:gd name="connsiteY0" fmla="*/ 1170456 h 1171472"/>
              <a:gd name="connsiteX1" fmla="*/ 474495 w 1179217"/>
              <a:gd name="connsiteY1" fmla="*/ 72663 h 1171472"/>
              <a:gd name="connsiteX2" fmla="*/ 565172 w 1179217"/>
              <a:gd name="connsiteY2" fmla="*/ 63114 h 1171472"/>
              <a:gd name="connsiteX3" fmla="*/ 1123932 w 1179217"/>
              <a:gd name="connsiteY3" fmla="*/ 1037996 h 1171472"/>
              <a:gd name="connsiteX4" fmla="*/ 1170951 w 1179217"/>
              <a:gd name="connsiteY4" fmla="*/ 1164548 h 1171472"/>
              <a:gd name="connsiteX5" fmla="*/ 0 w 1179217"/>
              <a:gd name="connsiteY5" fmla="*/ 1170456 h 1171472"/>
              <a:gd name="connsiteX0" fmla="*/ 0 w 1179217"/>
              <a:gd name="connsiteY0" fmla="*/ 1174575 h 1175591"/>
              <a:gd name="connsiteX1" fmla="*/ 474495 w 1179217"/>
              <a:gd name="connsiteY1" fmla="*/ 76782 h 1175591"/>
              <a:gd name="connsiteX2" fmla="*/ 565172 w 1179217"/>
              <a:gd name="connsiteY2" fmla="*/ 67233 h 1175591"/>
              <a:gd name="connsiteX3" fmla="*/ 1123932 w 1179217"/>
              <a:gd name="connsiteY3" fmla="*/ 1042115 h 1175591"/>
              <a:gd name="connsiteX4" fmla="*/ 1170951 w 1179217"/>
              <a:gd name="connsiteY4" fmla="*/ 1168667 h 1175591"/>
              <a:gd name="connsiteX5" fmla="*/ 0 w 1179217"/>
              <a:gd name="connsiteY5" fmla="*/ 1174575 h 1175591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0 w 1179217"/>
              <a:gd name="connsiteY0" fmla="*/ 1152940 h 1153956"/>
              <a:gd name="connsiteX1" fmla="*/ 474495 w 1179217"/>
              <a:gd name="connsiteY1" fmla="*/ 55147 h 1153956"/>
              <a:gd name="connsiteX2" fmla="*/ 565172 w 1179217"/>
              <a:gd name="connsiteY2" fmla="*/ 45598 h 1153956"/>
              <a:gd name="connsiteX3" fmla="*/ 1123932 w 1179217"/>
              <a:gd name="connsiteY3" fmla="*/ 1020480 h 1153956"/>
              <a:gd name="connsiteX4" fmla="*/ 1170951 w 1179217"/>
              <a:gd name="connsiteY4" fmla="*/ 1147032 h 1153956"/>
              <a:gd name="connsiteX5" fmla="*/ 0 w 1179217"/>
              <a:gd name="connsiteY5" fmla="*/ 1152940 h 1153956"/>
              <a:gd name="connsiteX0" fmla="*/ 5 w 1179222"/>
              <a:gd name="connsiteY0" fmla="*/ 1152940 h 1161152"/>
              <a:gd name="connsiteX1" fmla="*/ 474500 w 1179222"/>
              <a:gd name="connsiteY1" fmla="*/ 55147 h 1161152"/>
              <a:gd name="connsiteX2" fmla="*/ 565177 w 1179222"/>
              <a:gd name="connsiteY2" fmla="*/ 45598 h 1161152"/>
              <a:gd name="connsiteX3" fmla="*/ 1123937 w 1179222"/>
              <a:gd name="connsiteY3" fmla="*/ 1020480 h 1161152"/>
              <a:gd name="connsiteX4" fmla="*/ 1170956 w 1179222"/>
              <a:gd name="connsiteY4" fmla="*/ 1147032 h 1161152"/>
              <a:gd name="connsiteX5" fmla="*/ 5 w 1179222"/>
              <a:gd name="connsiteY5" fmla="*/ 1152940 h 1161152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97173 h 1205385"/>
              <a:gd name="connsiteX1" fmla="*/ 474500 w 1179222"/>
              <a:gd name="connsiteY1" fmla="*/ 99380 h 1205385"/>
              <a:gd name="connsiteX2" fmla="*/ 512345 w 1179222"/>
              <a:gd name="connsiteY2" fmla="*/ 51193 h 1205385"/>
              <a:gd name="connsiteX3" fmla="*/ 565177 w 1179222"/>
              <a:gd name="connsiteY3" fmla="*/ 89831 h 1205385"/>
              <a:gd name="connsiteX4" fmla="*/ 1123937 w 1179222"/>
              <a:gd name="connsiteY4" fmla="*/ 1064713 h 1205385"/>
              <a:gd name="connsiteX5" fmla="*/ 1170956 w 1179222"/>
              <a:gd name="connsiteY5" fmla="*/ 1191265 h 1205385"/>
              <a:gd name="connsiteX6" fmla="*/ 5 w 1179222"/>
              <a:gd name="connsiteY6" fmla="*/ 1197173 h 1205385"/>
              <a:gd name="connsiteX0" fmla="*/ 5 w 1179222"/>
              <a:gd name="connsiteY0" fmla="*/ 1146061 h 1154273"/>
              <a:gd name="connsiteX1" fmla="*/ 474500 w 1179222"/>
              <a:gd name="connsiteY1" fmla="*/ 48268 h 1154273"/>
              <a:gd name="connsiteX2" fmla="*/ 512345 w 1179222"/>
              <a:gd name="connsiteY2" fmla="*/ 81 h 1154273"/>
              <a:gd name="connsiteX3" fmla="*/ 565177 w 1179222"/>
              <a:gd name="connsiteY3" fmla="*/ 38719 h 1154273"/>
              <a:gd name="connsiteX4" fmla="*/ 1123937 w 1179222"/>
              <a:gd name="connsiteY4" fmla="*/ 1013601 h 1154273"/>
              <a:gd name="connsiteX5" fmla="*/ 1170956 w 1179222"/>
              <a:gd name="connsiteY5" fmla="*/ 1140153 h 1154273"/>
              <a:gd name="connsiteX6" fmla="*/ 5 w 1179222"/>
              <a:gd name="connsiteY6" fmla="*/ 1146061 h 1154273"/>
              <a:gd name="connsiteX0" fmla="*/ 5 w 1179222"/>
              <a:gd name="connsiteY0" fmla="*/ 1202985 h 1211197"/>
              <a:gd name="connsiteX1" fmla="*/ 474500 w 1179222"/>
              <a:gd name="connsiteY1" fmla="*/ 105192 h 1211197"/>
              <a:gd name="connsiteX2" fmla="*/ 512147 w 1179222"/>
              <a:gd name="connsiteY2" fmla="*/ 37561 h 1211197"/>
              <a:gd name="connsiteX3" fmla="*/ 565177 w 1179222"/>
              <a:gd name="connsiteY3" fmla="*/ 95643 h 1211197"/>
              <a:gd name="connsiteX4" fmla="*/ 1123937 w 1179222"/>
              <a:gd name="connsiteY4" fmla="*/ 1070525 h 1211197"/>
              <a:gd name="connsiteX5" fmla="*/ 1170956 w 1179222"/>
              <a:gd name="connsiteY5" fmla="*/ 1197077 h 1211197"/>
              <a:gd name="connsiteX6" fmla="*/ 5 w 1179222"/>
              <a:gd name="connsiteY6" fmla="*/ 1202985 h 1211197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5 w 1179222"/>
              <a:gd name="connsiteY0" fmla="*/ 1165967 h 1174179"/>
              <a:gd name="connsiteX1" fmla="*/ 474500 w 1179222"/>
              <a:gd name="connsiteY1" fmla="*/ 68174 h 1174179"/>
              <a:gd name="connsiteX2" fmla="*/ 512147 w 1179222"/>
              <a:gd name="connsiteY2" fmla="*/ 543 h 1174179"/>
              <a:gd name="connsiteX3" fmla="*/ 565177 w 1179222"/>
              <a:gd name="connsiteY3" fmla="*/ 58625 h 1174179"/>
              <a:gd name="connsiteX4" fmla="*/ 1123937 w 1179222"/>
              <a:gd name="connsiteY4" fmla="*/ 1033507 h 1174179"/>
              <a:gd name="connsiteX5" fmla="*/ 1170956 w 1179222"/>
              <a:gd name="connsiteY5" fmla="*/ 1160059 h 1174179"/>
              <a:gd name="connsiteX6" fmla="*/ 5 w 1179222"/>
              <a:gd name="connsiteY6" fmla="*/ 1165967 h 1174179"/>
              <a:gd name="connsiteX0" fmla="*/ 17 w 1179234"/>
              <a:gd name="connsiteY0" fmla="*/ 1165967 h 1181355"/>
              <a:gd name="connsiteX1" fmla="*/ 474512 w 1179234"/>
              <a:gd name="connsiteY1" fmla="*/ 68174 h 1181355"/>
              <a:gd name="connsiteX2" fmla="*/ 512159 w 1179234"/>
              <a:gd name="connsiteY2" fmla="*/ 543 h 1181355"/>
              <a:gd name="connsiteX3" fmla="*/ 565189 w 1179234"/>
              <a:gd name="connsiteY3" fmla="*/ 58625 h 1181355"/>
              <a:gd name="connsiteX4" fmla="*/ 1123949 w 1179234"/>
              <a:gd name="connsiteY4" fmla="*/ 1033507 h 1181355"/>
              <a:gd name="connsiteX5" fmla="*/ 1170968 w 1179234"/>
              <a:gd name="connsiteY5" fmla="*/ 1160059 h 1181355"/>
              <a:gd name="connsiteX6" fmla="*/ 17 w 1179234"/>
              <a:gd name="connsiteY6" fmla="*/ 1165967 h 118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9234" h="1181355">
                <a:moveTo>
                  <a:pt x="17" y="1165967"/>
                </a:moveTo>
                <a:cubicBezTo>
                  <a:pt x="31711" y="1023663"/>
                  <a:pt x="332508" y="328732"/>
                  <a:pt x="474512" y="68174"/>
                </a:cubicBezTo>
                <a:cubicBezTo>
                  <a:pt x="496334" y="21109"/>
                  <a:pt x="497046" y="2135"/>
                  <a:pt x="512159" y="543"/>
                </a:cubicBezTo>
                <a:cubicBezTo>
                  <a:pt x="527272" y="-1048"/>
                  <a:pt x="526273" y="-3185"/>
                  <a:pt x="565189" y="58625"/>
                </a:cubicBezTo>
                <a:cubicBezTo>
                  <a:pt x="671797" y="227950"/>
                  <a:pt x="989819" y="789183"/>
                  <a:pt x="1123949" y="1033507"/>
                </a:cubicBezTo>
                <a:cubicBezTo>
                  <a:pt x="1165859" y="1109188"/>
                  <a:pt x="1194005" y="1143068"/>
                  <a:pt x="1170968" y="1160059"/>
                </a:cubicBezTo>
                <a:cubicBezTo>
                  <a:pt x="1135292" y="1174017"/>
                  <a:pt x="-5131" y="1196842"/>
                  <a:pt x="17" y="116596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BDCCD7B-1AA1-9926-7327-DF59B2CF66E3}"/>
              </a:ext>
            </a:extLst>
          </p:cNvPr>
          <p:cNvSpPr/>
          <p:nvPr/>
        </p:nvSpPr>
        <p:spPr>
          <a:xfrm rot="13174781">
            <a:off x="9960866" y="3904502"/>
            <a:ext cx="2607437" cy="2846432"/>
          </a:xfrm>
          <a:custGeom>
            <a:avLst/>
            <a:gdLst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228517 w 2607437"/>
              <a:gd name="connsiteY13" fmla="*/ 142418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84602 w 2607437"/>
              <a:gd name="connsiteY14" fmla="*/ 1287012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24110 w 2607437"/>
              <a:gd name="connsiteY13" fmla="*/ 1344943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120068 w 2607437"/>
              <a:gd name="connsiteY20" fmla="*/ 87220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39233 w 2607437"/>
              <a:gd name="connsiteY20" fmla="*/ 686658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  <a:gd name="connsiteX0" fmla="*/ 2469871 w 2607437"/>
              <a:gd name="connsiteY0" fmla="*/ 2360682 h 2846432"/>
              <a:gd name="connsiteX1" fmla="*/ 2286960 w 2607437"/>
              <a:gd name="connsiteY1" fmla="*/ 2313770 h 2846432"/>
              <a:gd name="connsiteX2" fmla="*/ 1577519 w 2607437"/>
              <a:gd name="connsiteY2" fmla="*/ 2042069 h 2846432"/>
              <a:gd name="connsiteX3" fmla="*/ 1480545 w 2607437"/>
              <a:gd name="connsiteY3" fmla="*/ 2845625 h 2846432"/>
              <a:gd name="connsiteX4" fmla="*/ 1038789 w 2607437"/>
              <a:gd name="connsiteY4" fmla="*/ 2144803 h 2846432"/>
              <a:gd name="connsiteX5" fmla="*/ 826811 w 2607437"/>
              <a:gd name="connsiteY5" fmla="*/ 2278135 h 2846432"/>
              <a:gd name="connsiteX6" fmla="*/ 814279 w 2607437"/>
              <a:gd name="connsiteY6" fmla="*/ 2286725 h 2846432"/>
              <a:gd name="connsiteX7" fmla="*/ 553572 w 2607437"/>
              <a:gd name="connsiteY7" fmla="*/ 1971358 h 2846432"/>
              <a:gd name="connsiteX8" fmla="*/ 584268 w 2607437"/>
              <a:gd name="connsiteY8" fmla="*/ 1903177 h 2846432"/>
              <a:gd name="connsiteX9" fmla="*/ 622926 w 2607437"/>
              <a:gd name="connsiteY9" fmla="*/ 1796063 h 2846432"/>
              <a:gd name="connsiteX10" fmla="*/ 447174 w 2607437"/>
              <a:gd name="connsiteY10" fmla="*/ 1772966 h 2846432"/>
              <a:gd name="connsiteX11" fmla="*/ 386871 w 2607437"/>
              <a:gd name="connsiteY11" fmla="*/ 1769705 h 2846432"/>
              <a:gd name="connsiteX12" fmla="*/ 129765 w 2607437"/>
              <a:gd name="connsiteY12" fmla="*/ 1458692 h 2846432"/>
              <a:gd name="connsiteX13" fmla="*/ 407783 w 2607437"/>
              <a:gd name="connsiteY13" fmla="*/ 1358440 h 2846432"/>
              <a:gd name="connsiteX14" fmla="*/ 574480 w 2607437"/>
              <a:gd name="connsiteY14" fmla="*/ 1274767 h 2846432"/>
              <a:gd name="connsiteX15" fmla="*/ 0 w 2607437"/>
              <a:gd name="connsiteY15" fmla="*/ 504513 h 2846432"/>
              <a:gd name="connsiteX16" fmla="*/ 933950 w 2607437"/>
              <a:gd name="connsiteY16" fmla="*/ 858136 h 2846432"/>
              <a:gd name="connsiteX17" fmla="*/ 1235817 w 2607437"/>
              <a:gd name="connsiteY17" fmla="*/ 2249 h 2846432"/>
              <a:gd name="connsiteX18" fmla="*/ 1478622 w 2607437"/>
              <a:gd name="connsiteY18" fmla="*/ 949981 h 2846432"/>
              <a:gd name="connsiteX19" fmla="*/ 2369772 w 2607437"/>
              <a:gd name="connsiteY19" fmla="*/ 420031 h 2846432"/>
              <a:gd name="connsiteX20" fmla="*/ 2242481 w 2607437"/>
              <a:gd name="connsiteY20" fmla="*/ 665651 h 2846432"/>
              <a:gd name="connsiteX21" fmla="*/ 1891172 w 2607437"/>
              <a:gd name="connsiteY21" fmla="*/ 1206497 h 2846432"/>
              <a:gd name="connsiteX22" fmla="*/ 2607391 w 2607437"/>
              <a:gd name="connsiteY22" fmla="*/ 1376435 h 2846432"/>
              <a:gd name="connsiteX23" fmla="*/ 1846557 w 2607437"/>
              <a:gd name="connsiteY23" fmla="*/ 1676109 h 2846432"/>
              <a:gd name="connsiteX24" fmla="*/ 2456093 w 2607437"/>
              <a:gd name="connsiteY24" fmla="*/ 2331319 h 2846432"/>
              <a:gd name="connsiteX25" fmla="*/ 2469871 w 2607437"/>
              <a:gd name="connsiteY25" fmla="*/ 2360682 h 284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607437" h="2846432">
                <a:moveTo>
                  <a:pt x="2469871" y="2360682"/>
                </a:moveTo>
                <a:cubicBezTo>
                  <a:pt x="2462856" y="2375900"/>
                  <a:pt x="2395566" y="2351575"/>
                  <a:pt x="2286960" y="2313770"/>
                </a:cubicBezTo>
                <a:cubicBezTo>
                  <a:pt x="2142151" y="2263362"/>
                  <a:pt x="1766511" y="2094856"/>
                  <a:pt x="1577519" y="2042069"/>
                </a:cubicBezTo>
                <a:cubicBezTo>
                  <a:pt x="1550277" y="2227284"/>
                  <a:pt x="1528026" y="2675980"/>
                  <a:pt x="1480545" y="2845625"/>
                </a:cubicBezTo>
                <a:cubicBezTo>
                  <a:pt x="1400483" y="2874097"/>
                  <a:pt x="1056419" y="2140505"/>
                  <a:pt x="1038789" y="2144803"/>
                </a:cubicBezTo>
                <a:cubicBezTo>
                  <a:pt x="1015336" y="2150520"/>
                  <a:pt x="931527" y="2206516"/>
                  <a:pt x="826811" y="2278135"/>
                </a:cubicBezTo>
                <a:lnTo>
                  <a:pt x="814279" y="2286725"/>
                </a:lnTo>
                <a:lnTo>
                  <a:pt x="553572" y="1971358"/>
                </a:lnTo>
                <a:lnTo>
                  <a:pt x="584268" y="1903177"/>
                </a:lnTo>
                <a:cubicBezTo>
                  <a:pt x="600257" y="1864533"/>
                  <a:pt x="613534" y="1828370"/>
                  <a:pt x="622926" y="1796063"/>
                </a:cubicBezTo>
                <a:cubicBezTo>
                  <a:pt x="610005" y="1785588"/>
                  <a:pt x="542156" y="1778684"/>
                  <a:pt x="447174" y="1772966"/>
                </a:cubicBezTo>
                <a:lnTo>
                  <a:pt x="386871" y="1769705"/>
                </a:lnTo>
                <a:lnTo>
                  <a:pt x="129765" y="1458692"/>
                </a:lnTo>
                <a:cubicBezTo>
                  <a:pt x="162682" y="1447189"/>
                  <a:pt x="304933" y="1393399"/>
                  <a:pt x="407783" y="1358440"/>
                </a:cubicBezTo>
                <a:cubicBezTo>
                  <a:pt x="541078" y="1312111"/>
                  <a:pt x="575062" y="1302776"/>
                  <a:pt x="574480" y="1274767"/>
                </a:cubicBezTo>
                <a:cubicBezTo>
                  <a:pt x="441593" y="1068238"/>
                  <a:pt x="42137" y="649315"/>
                  <a:pt x="0" y="504513"/>
                </a:cubicBezTo>
                <a:cubicBezTo>
                  <a:pt x="65462" y="479621"/>
                  <a:pt x="877205" y="847056"/>
                  <a:pt x="933950" y="858136"/>
                </a:cubicBezTo>
                <a:cubicBezTo>
                  <a:pt x="988324" y="732068"/>
                  <a:pt x="1176411" y="-47146"/>
                  <a:pt x="1235817" y="2249"/>
                </a:cubicBezTo>
                <a:cubicBezTo>
                  <a:pt x="1349514" y="342754"/>
                  <a:pt x="1450804" y="970443"/>
                  <a:pt x="1478622" y="949981"/>
                </a:cubicBezTo>
                <a:cubicBezTo>
                  <a:pt x="1835779" y="759206"/>
                  <a:pt x="2261201" y="400227"/>
                  <a:pt x="2369772" y="420031"/>
                </a:cubicBezTo>
                <a:cubicBezTo>
                  <a:pt x="2394684" y="429439"/>
                  <a:pt x="2298793" y="584227"/>
                  <a:pt x="2242481" y="665651"/>
                </a:cubicBezTo>
                <a:cubicBezTo>
                  <a:pt x="2173931" y="769818"/>
                  <a:pt x="1883005" y="1184074"/>
                  <a:pt x="1891172" y="1206497"/>
                </a:cubicBezTo>
                <a:cubicBezTo>
                  <a:pt x="1936929" y="1247637"/>
                  <a:pt x="2530138" y="1315803"/>
                  <a:pt x="2607391" y="1376435"/>
                </a:cubicBezTo>
                <a:cubicBezTo>
                  <a:pt x="2612872" y="1459987"/>
                  <a:pt x="2137411" y="1554478"/>
                  <a:pt x="1846557" y="1676109"/>
                </a:cubicBezTo>
                <a:cubicBezTo>
                  <a:pt x="1967447" y="1793352"/>
                  <a:pt x="2297748" y="2122904"/>
                  <a:pt x="2456093" y="2331319"/>
                </a:cubicBezTo>
                <a:cubicBezTo>
                  <a:pt x="2467851" y="2346144"/>
                  <a:pt x="2472209" y="2355610"/>
                  <a:pt x="2469871" y="23606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F89FA1D-9919-9AF3-06C3-17B8A5D5A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083226"/>
            <a:ext cx="5185661" cy="2877465"/>
          </a:xfrm>
        </p:spPr>
        <p:txBody>
          <a:bodyPr anchor="t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0B96C61-0A57-826F-BD29-338308CE7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314304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AF9E45-4937-3C64-DBBE-4343228C40AA}"/>
              </a:ext>
            </a:extLst>
          </p:cNvPr>
          <p:cNvGrpSpPr/>
          <p:nvPr/>
        </p:nvGrpSpPr>
        <p:grpSpPr>
          <a:xfrm flipH="1">
            <a:off x="8237290" y="4982118"/>
            <a:ext cx="898791" cy="481789"/>
            <a:chOff x="5447388" y="3100610"/>
            <a:chExt cx="1500891" cy="80454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9375AB3-D78B-1E03-2194-C1CCB681210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C011D900-F22B-B59C-8F2E-F8D3950513E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57CA362-37FA-3401-2397-DD7709603566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28FEA7D-ED9C-3C07-353D-8B2DDED0806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011A244-56FB-95A0-A98D-F66AF6E0C29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9284E40-6452-7E81-AB2A-60EE0453740F}"/>
              </a:ext>
            </a:extLst>
          </p:cNvPr>
          <p:cNvGrpSpPr/>
          <p:nvPr/>
        </p:nvGrpSpPr>
        <p:grpSpPr>
          <a:xfrm rot="20796810" flipH="1">
            <a:off x="5944178" y="5787705"/>
            <a:ext cx="704635" cy="488753"/>
            <a:chOff x="9839339" y="677159"/>
            <a:chExt cx="751991" cy="521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E7E4D24-DFBF-1C47-5A17-6139849EF7A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C992155-AC7D-B636-A4E3-1DC3E728D2ED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CEE8E29-1CAB-5570-A715-39109B68A94D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3095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04AA646-88AD-4803-5E2E-52C8BD993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790060"/>
            <a:ext cx="6308041" cy="3277880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2AEC607-3DA9-BC59-D414-70860644F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5067940"/>
            <a:ext cx="4483511" cy="107802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256032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4245" y="6356350"/>
            <a:ext cx="54725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28">
            <a:extLst>
              <a:ext uri="{FF2B5EF4-FFF2-40B4-BE49-F238E27FC236}">
                <a16:creationId xmlns:a16="http://schemas.microsoft.com/office/drawing/2014/main" id="{868B7AF0-A7AA-0BBE-D6E3-CE03625582C5}"/>
              </a:ext>
            </a:extLst>
          </p:cNvPr>
          <p:cNvSpPr/>
          <p:nvPr/>
        </p:nvSpPr>
        <p:spPr>
          <a:xfrm rot="2599426">
            <a:off x="9363569" y="1876067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88900B3-1E3B-1B62-AA05-25A3376866ED}"/>
              </a:ext>
            </a:extLst>
          </p:cNvPr>
          <p:cNvGrpSpPr/>
          <p:nvPr/>
        </p:nvGrpSpPr>
        <p:grpSpPr>
          <a:xfrm rot="11355259">
            <a:off x="8850308" y="358242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8B9A385-74F6-5989-FC8A-DAEF31B5AA3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D9D6DF9-30B8-31BE-1C77-B0BE9EBB5A03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B99ACD-54A2-3D47-95FE-F1AA348784AB}"/>
              </a:ext>
            </a:extLst>
          </p:cNvPr>
          <p:cNvSpPr/>
          <p:nvPr/>
        </p:nvSpPr>
        <p:spPr>
          <a:xfrm rot="10580307">
            <a:off x="8703723" y="5657235"/>
            <a:ext cx="2324888" cy="116370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08519 w 2876897"/>
              <a:gd name="connsiteY8" fmla="*/ 9545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74718"/>
              <a:gd name="connsiteX1" fmla="*/ 116789 w 2876897"/>
              <a:gd name="connsiteY1" fmla="*/ 590029 h 1574718"/>
              <a:gd name="connsiteX2" fmla="*/ 0 w 2876897"/>
              <a:gd name="connsiteY2" fmla="*/ 83689 h 1574718"/>
              <a:gd name="connsiteX3" fmla="*/ 574390 w 2876897"/>
              <a:gd name="connsiteY3" fmla="*/ 0 h 1574718"/>
              <a:gd name="connsiteX4" fmla="*/ 592822 w 2876897"/>
              <a:gd name="connsiteY4" fmla="*/ 142333 h 1574718"/>
              <a:gd name="connsiteX5" fmla="*/ 1077920 w 2876897"/>
              <a:gd name="connsiteY5" fmla="*/ 764841 h 1574718"/>
              <a:gd name="connsiteX6" fmla="*/ 1791731 w 2876897"/>
              <a:gd name="connsiteY6" fmla="*/ 767945 h 1574718"/>
              <a:gd name="connsiteX7" fmla="*/ 2126592 w 2876897"/>
              <a:gd name="connsiteY7" fmla="*/ 478752 h 1574718"/>
              <a:gd name="connsiteX8" fmla="*/ 2208519 w 2876897"/>
              <a:gd name="connsiteY8" fmla="*/ 9545 h 1574718"/>
              <a:gd name="connsiteX9" fmla="*/ 2876897 w 2876897"/>
              <a:gd name="connsiteY9" fmla="*/ 39276 h 1574718"/>
              <a:gd name="connsiteX10" fmla="*/ 2084403 w 2876897"/>
              <a:gd name="connsiteY10" fmla="*/ 1412939 h 1574718"/>
              <a:gd name="connsiteX11" fmla="*/ 698505 w 2876897"/>
              <a:gd name="connsiteY11" fmla="*/ 1390335 h 1574718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  <a:gd name="connsiteX0" fmla="*/ 698505 w 2876897"/>
              <a:gd name="connsiteY0" fmla="*/ 1390335 h 1570872"/>
              <a:gd name="connsiteX1" fmla="*/ 116789 w 2876897"/>
              <a:gd name="connsiteY1" fmla="*/ 590029 h 1570872"/>
              <a:gd name="connsiteX2" fmla="*/ 0 w 2876897"/>
              <a:gd name="connsiteY2" fmla="*/ 83689 h 1570872"/>
              <a:gd name="connsiteX3" fmla="*/ 574390 w 2876897"/>
              <a:gd name="connsiteY3" fmla="*/ 0 h 1570872"/>
              <a:gd name="connsiteX4" fmla="*/ 592822 w 2876897"/>
              <a:gd name="connsiteY4" fmla="*/ 142333 h 1570872"/>
              <a:gd name="connsiteX5" fmla="*/ 1077920 w 2876897"/>
              <a:gd name="connsiteY5" fmla="*/ 764841 h 1570872"/>
              <a:gd name="connsiteX6" fmla="*/ 1791731 w 2876897"/>
              <a:gd name="connsiteY6" fmla="*/ 767945 h 1570872"/>
              <a:gd name="connsiteX7" fmla="*/ 2126592 w 2876897"/>
              <a:gd name="connsiteY7" fmla="*/ 478752 h 1570872"/>
              <a:gd name="connsiteX8" fmla="*/ 2208519 w 2876897"/>
              <a:gd name="connsiteY8" fmla="*/ 9545 h 1570872"/>
              <a:gd name="connsiteX9" fmla="*/ 2876897 w 2876897"/>
              <a:gd name="connsiteY9" fmla="*/ 39276 h 1570872"/>
              <a:gd name="connsiteX10" fmla="*/ 2084403 w 2876897"/>
              <a:gd name="connsiteY10" fmla="*/ 1412939 h 1570872"/>
              <a:gd name="connsiteX11" fmla="*/ 698505 w 2876897"/>
              <a:gd name="connsiteY11" fmla="*/ 1390335 h 157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70872">
                <a:moveTo>
                  <a:pt x="698505" y="1390335"/>
                </a:moveTo>
                <a:cubicBezTo>
                  <a:pt x="382179" y="1190875"/>
                  <a:pt x="214444" y="852303"/>
                  <a:pt x="116789" y="590029"/>
                </a:cubicBezTo>
                <a:cubicBezTo>
                  <a:pt x="19134" y="3277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198593" y="208259"/>
                  <a:pt x="2208519" y="9545"/>
                </a:cubicBezTo>
                <a:cubicBezTo>
                  <a:pt x="2430514" y="14701"/>
                  <a:pt x="2654902" y="34120"/>
                  <a:pt x="2876897" y="39276"/>
                </a:cubicBezTo>
                <a:cubicBezTo>
                  <a:pt x="2854819" y="291776"/>
                  <a:pt x="2709634" y="1124828"/>
                  <a:pt x="2084403" y="1412939"/>
                </a:cubicBezTo>
                <a:cubicBezTo>
                  <a:pt x="1554216" y="1666223"/>
                  <a:pt x="1052550" y="1582069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AD07E7-1971-8A2D-AD23-08B6173C27EB}"/>
              </a:ext>
            </a:extLst>
          </p:cNvPr>
          <p:cNvGrpSpPr/>
          <p:nvPr/>
        </p:nvGrpSpPr>
        <p:grpSpPr>
          <a:xfrm flipH="1">
            <a:off x="9544338" y="4891989"/>
            <a:ext cx="682710" cy="365961"/>
            <a:chOff x="5447388" y="3100610"/>
            <a:chExt cx="1500891" cy="80454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0234326-0CED-CB5C-11CA-B9F9ABD025C4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EEBEA76-4964-F79F-3F50-ADF0CE441925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7B865F8-CBDB-79B7-B613-23BCD096BA9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tx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84B0084-33EF-03D3-8957-19C35428744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8A0B993-D4A1-D95D-A1C5-61183FB6B71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571168F-C677-7D4B-6653-C4B6834D502F}"/>
              </a:ext>
            </a:extLst>
          </p:cNvPr>
          <p:cNvGrpSpPr/>
          <p:nvPr/>
        </p:nvGrpSpPr>
        <p:grpSpPr>
          <a:xfrm flipH="1">
            <a:off x="9928075" y="2692230"/>
            <a:ext cx="689925" cy="505840"/>
            <a:chOff x="-1705172" y="5397119"/>
            <a:chExt cx="689925" cy="50584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EEB260C-C108-58BC-1768-95F4FDAA3C2C}"/>
                </a:ext>
              </a:extLst>
            </p:cNvPr>
            <p:cNvGrpSpPr/>
            <p:nvPr/>
          </p:nvGrpSpPr>
          <p:grpSpPr>
            <a:xfrm>
              <a:off x="-1705172" y="5397119"/>
              <a:ext cx="689925" cy="312906"/>
              <a:chOff x="1162566" y="1754387"/>
              <a:chExt cx="689925" cy="31290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2E7184E-F39A-24C0-6783-005B085C97CD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3A277D9-10C5-41EC-734C-F14268332A3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2BC01F3-1549-0246-F04A-8E210346DBC1}"/>
                  </a:ext>
                </a:extLst>
              </p:cNvPr>
              <p:cNvSpPr/>
              <p:nvPr/>
            </p:nvSpPr>
            <p:spPr>
              <a:xfrm rot="21262796" flipV="1">
                <a:off x="1575997" y="1754387"/>
                <a:ext cx="250414" cy="295443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73C6389-EB2E-3EA3-76E5-5E11313C18A5}"/>
                  </a:ext>
                </a:extLst>
              </p:cNvPr>
              <p:cNvSpPr/>
              <p:nvPr/>
            </p:nvSpPr>
            <p:spPr>
              <a:xfrm rot="18622065" flipV="1">
                <a:off x="1711783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A675028-D4AF-D8AF-D473-2CB1F967EE0F}"/>
                </a:ext>
              </a:extLst>
            </p:cNvPr>
            <p:cNvSpPr/>
            <p:nvPr/>
          </p:nvSpPr>
          <p:spPr>
            <a:xfrm rot="5784107">
              <a:off x="-1424104" y="5771915"/>
              <a:ext cx="124751" cy="137337"/>
            </a:xfrm>
            <a:prstGeom prst="ellipse">
              <a:avLst/>
            </a:prstGeom>
            <a:noFill/>
            <a:ln w="53975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0584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 userDrawn="1"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2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85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44C0DB9-3084-BE71-B330-4AFEA2260B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4535D2-B6BE-C1F1-4440-026034224D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090788 w 12192000"/>
              <a:gd name="connsiteY0" fmla="*/ 1375087 h 6858000"/>
              <a:gd name="connsiteX1" fmla="*/ 1032421 w 12192000"/>
              <a:gd name="connsiteY1" fmla="*/ 1392798 h 6858000"/>
              <a:gd name="connsiteX2" fmla="*/ 1153071 w 12192000"/>
              <a:gd name="connsiteY2" fmla="*/ 5642006 h 6858000"/>
              <a:gd name="connsiteX3" fmla="*/ 2502329 w 12192000"/>
              <a:gd name="connsiteY3" fmla="*/ 5648815 h 6858000"/>
              <a:gd name="connsiteX4" fmla="*/ 2758048 w 12192000"/>
              <a:gd name="connsiteY4" fmla="*/ 5646168 h 6858000"/>
              <a:gd name="connsiteX5" fmla="*/ 2778972 w 12192000"/>
              <a:gd name="connsiteY5" fmla="*/ 5665367 h 6858000"/>
              <a:gd name="connsiteX6" fmla="*/ 2577337 w 12192000"/>
              <a:gd name="connsiteY6" fmla="*/ 5769530 h 6858000"/>
              <a:gd name="connsiteX7" fmla="*/ 2784291 w 12192000"/>
              <a:gd name="connsiteY7" fmla="*/ 5802360 h 6858000"/>
              <a:gd name="connsiteX8" fmla="*/ 2734972 w 12192000"/>
              <a:gd name="connsiteY8" fmla="*/ 5899590 h 6858000"/>
              <a:gd name="connsiteX9" fmla="*/ 2677469 w 12192000"/>
              <a:gd name="connsiteY9" fmla="*/ 6038710 h 6858000"/>
              <a:gd name="connsiteX10" fmla="*/ 2918179 w 12192000"/>
              <a:gd name="connsiteY10" fmla="*/ 5856059 h 6858000"/>
              <a:gd name="connsiteX11" fmla="*/ 3019529 w 12192000"/>
              <a:gd name="connsiteY11" fmla="*/ 6122558 h 6858000"/>
              <a:gd name="connsiteX12" fmla="*/ 3078916 w 12192000"/>
              <a:gd name="connsiteY12" fmla="*/ 5864819 h 6858000"/>
              <a:gd name="connsiteX13" fmla="*/ 3389748 w 12192000"/>
              <a:gd name="connsiteY13" fmla="*/ 5919826 h 6858000"/>
              <a:gd name="connsiteX14" fmla="*/ 3174920 w 12192000"/>
              <a:gd name="connsiteY14" fmla="*/ 5737749 h 6858000"/>
              <a:gd name="connsiteX15" fmla="*/ 3306588 w 12192000"/>
              <a:gd name="connsiteY15" fmla="*/ 5664030 h 6858000"/>
              <a:gd name="connsiteX16" fmla="*/ 3350491 w 12192000"/>
              <a:gd name="connsiteY16" fmla="*/ 5638309 h 6858000"/>
              <a:gd name="connsiteX17" fmla="*/ 3774234 w 12192000"/>
              <a:gd name="connsiteY17" fmla="*/ 5632184 h 6858000"/>
              <a:gd name="connsiteX18" fmla="*/ 4628309 w 12192000"/>
              <a:gd name="connsiteY18" fmla="*/ 5622956 h 6858000"/>
              <a:gd name="connsiteX19" fmla="*/ 4628309 w 12192000"/>
              <a:gd name="connsiteY19" fmla="*/ 1440423 h 6858000"/>
              <a:gd name="connsiteX20" fmla="*/ 2090788 w 12192000"/>
              <a:gd name="connsiteY20" fmla="*/ 1375087 h 6858000"/>
              <a:gd name="connsiteX21" fmla="*/ 0 w 12192000"/>
              <a:gd name="connsiteY21" fmla="*/ 0 h 6858000"/>
              <a:gd name="connsiteX22" fmla="*/ 12192000 w 12192000"/>
              <a:gd name="connsiteY22" fmla="*/ 0 h 6858000"/>
              <a:gd name="connsiteX23" fmla="*/ 12192000 w 12192000"/>
              <a:gd name="connsiteY23" fmla="*/ 6858000 h 6858000"/>
              <a:gd name="connsiteX24" fmla="*/ 0 w 12192000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6858000">
                <a:moveTo>
                  <a:pt x="2090788" y="1375087"/>
                </a:moveTo>
                <a:cubicBezTo>
                  <a:pt x="1727581" y="1375865"/>
                  <a:pt x="1365416" y="1381156"/>
                  <a:pt x="1032421" y="1392798"/>
                </a:cubicBezTo>
                <a:cubicBezTo>
                  <a:pt x="1044063" y="2888576"/>
                  <a:pt x="1083357" y="4815539"/>
                  <a:pt x="1153071" y="5642006"/>
                </a:cubicBezTo>
                <a:cubicBezTo>
                  <a:pt x="1626767" y="5651531"/>
                  <a:pt x="2070994" y="5652127"/>
                  <a:pt x="2502329" y="5648815"/>
                </a:cubicBezTo>
                <a:lnTo>
                  <a:pt x="2758048" y="5646168"/>
                </a:lnTo>
                <a:lnTo>
                  <a:pt x="2778972" y="5665367"/>
                </a:lnTo>
                <a:cubicBezTo>
                  <a:pt x="2691891" y="5717203"/>
                  <a:pt x="2573013" y="5745514"/>
                  <a:pt x="2577337" y="5769530"/>
                </a:cubicBezTo>
                <a:cubicBezTo>
                  <a:pt x="2601694" y="5784559"/>
                  <a:pt x="2758019" y="5780683"/>
                  <a:pt x="2784291" y="5802360"/>
                </a:cubicBezTo>
                <a:lnTo>
                  <a:pt x="2734972" y="5899590"/>
                </a:lnTo>
                <a:cubicBezTo>
                  <a:pt x="2721332" y="5925013"/>
                  <a:pt x="2678074" y="6003183"/>
                  <a:pt x="2677469" y="6038710"/>
                </a:cubicBezTo>
                <a:cubicBezTo>
                  <a:pt x="2709559" y="6040889"/>
                  <a:pt x="2814134" y="5925672"/>
                  <a:pt x="2918179" y="5856059"/>
                </a:cubicBezTo>
                <a:cubicBezTo>
                  <a:pt x="2941318" y="5915884"/>
                  <a:pt x="2975453" y="6027676"/>
                  <a:pt x="3019529" y="6122558"/>
                </a:cubicBezTo>
                <a:cubicBezTo>
                  <a:pt x="3047396" y="6055617"/>
                  <a:pt x="3054544" y="5905664"/>
                  <a:pt x="3078916" y="5864819"/>
                </a:cubicBezTo>
                <a:cubicBezTo>
                  <a:pt x="3095712" y="5866169"/>
                  <a:pt x="3299774" y="5914761"/>
                  <a:pt x="3389748" y="5919826"/>
                </a:cubicBezTo>
                <a:cubicBezTo>
                  <a:pt x="3375298" y="5888538"/>
                  <a:pt x="3203182" y="5787110"/>
                  <a:pt x="3174920" y="5737749"/>
                </a:cubicBezTo>
                <a:cubicBezTo>
                  <a:pt x="3210137" y="5715627"/>
                  <a:pt x="3258629" y="5690617"/>
                  <a:pt x="3306588" y="5664030"/>
                </a:cubicBezTo>
                <a:lnTo>
                  <a:pt x="3350491" y="5638309"/>
                </a:lnTo>
                <a:lnTo>
                  <a:pt x="3774234" y="5632184"/>
                </a:lnTo>
                <a:cubicBezTo>
                  <a:pt x="4055651" y="5628116"/>
                  <a:pt x="4338706" y="5624544"/>
                  <a:pt x="4628309" y="5622956"/>
                </a:cubicBezTo>
                <a:cubicBezTo>
                  <a:pt x="4669584" y="5044753"/>
                  <a:pt x="4672759" y="2844126"/>
                  <a:pt x="4628309" y="1440423"/>
                </a:cubicBezTo>
                <a:cubicBezTo>
                  <a:pt x="4279406" y="1411055"/>
                  <a:pt x="3180409" y="1372756"/>
                  <a:pt x="2090788" y="137508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6852" y="1828800"/>
            <a:ext cx="2967246" cy="2280895"/>
          </a:xfrm>
        </p:spPr>
        <p:txBody>
          <a:bodyPr anchor="ctr">
            <a:normAutofit/>
          </a:bodyPr>
          <a:lstStyle>
            <a:lvl1pPr algn="ctr">
              <a:defRPr sz="5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156" y="4278943"/>
            <a:ext cx="2477728" cy="8556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BEBB76A-5642-4655-AA5F-D2E8581DD95F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1E1E1D87-57A3-95D9-A38B-F767CF68A551}"/>
              </a:ext>
            </a:extLst>
          </p:cNvPr>
          <p:cNvSpPr/>
          <p:nvPr/>
        </p:nvSpPr>
        <p:spPr>
          <a:xfrm rot="10412872">
            <a:off x="2569942" y="5267763"/>
            <a:ext cx="873506" cy="85640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5004025"/>
              <a:gd name="connsiteX1" fmla="*/ 1612941 w 5102525"/>
              <a:gd name="connsiteY1" fmla="*/ 2131595 h 5004025"/>
              <a:gd name="connsiteX2" fmla="*/ 485506 w 5102525"/>
              <a:gd name="connsiteY2" fmla="*/ 933726 h 5004025"/>
              <a:gd name="connsiteX3" fmla="*/ 2253600 w 5102525"/>
              <a:gd name="connsiteY3" fmla="*/ 1457047 h 5004025"/>
              <a:gd name="connsiteX4" fmla="*/ 2767493 w 5102525"/>
              <a:gd name="connsiteY4" fmla="*/ 0 h 5004025"/>
              <a:gd name="connsiteX5" fmla="*/ 3180840 w 5102525"/>
              <a:gd name="connsiteY5" fmla="*/ 1613401 h 5004025"/>
              <a:gd name="connsiteX6" fmla="*/ 4697917 w 5102525"/>
              <a:gd name="connsiteY6" fmla="*/ 711224 h 5004025"/>
              <a:gd name="connsiteX7" fmla="*/ 4272825 w 5102525"/>
              <a:gd name="connsiteY7" fmla="*/ 1480991 h 5004025"/>
              <a:gd name="connsiteX8" fmla="*/ 3922732 w 5102525"/>
              <a:gd name="connsiteY8" fmla="*/ 2012985 h 5004025"/>
              <a:gd name="connsiteX9" fmla="*/ 5102434 w 5102525"/>
              <a:gd name="connsiteY9" fmla="*/ 2339389 h 5004025"/>
              <a:gd name="connsiteX10" fmla="*/ 3863684 w 5102525"/>
              <a:gd name="connsiteY10" fmla="*/ 2811641 h 5004025"/>
              <a:gd name="connsiteX11" fmla="*/ 4828313 w 5102525"/>
              <a:gd name="connsiteY11" fmla="*/ 3987432 h 5004025"/>
              <a:gd name="connsiteX12" fmla="*/ 3349200 w 5102525"/>
              <a:gd name="connsiteY12" fmla="*/ 3472552 h 5004025"/>
              <a:gd name="connsiteX13" fmla="*/ 3195237 w 5102525"/>
              <a:gd name="connsiteY13" fmla="*/ 5002640 h 5004025"/>
              <a:gd name="connsiteX14" fmla="*/ 2421951 w 5102525"/>
              <a:gd name="connsiteY14" fmla="*/ 3718173 h 5004025"/>
              <a:gd name="connsiteX15" fmla="*/ 1092964 w 5102525"/>
              <a:gd name="connsiteY15" fmla="*/ 4437056 h 5004025"/>
              <a:gd name="connsiteX16" fmla="*/ 1577326 w 5102525"/>
              <a:gd name="connsiteY16" fmla="*/ 2981795 h 5004025"/>
              <a:gd name="connsiteX17" fmla="*/ -1 w 5102525"/>
              <a:gd name="connsiteY17" fmla="*/ 2871567 h 5004025"/>
              <a:gd name="connsiteX0" fmla="*/ 1 w 5102527"/>
              <a:gd name="connsiteY0" fmla="*/ 2871567 h 5003927"/>
              <a:gd name="connsiteX1" fmla="*/ 1612943 w 5102527"/>
              <a:gd name="connsiteY1" fmla="*/ 2131595 h 5003927"/>
              <a:gd name="connsiteX2" fmla="*/ 485508 w 5102527"/>
              <a:gd name="connsiteY2" fmla="*/ 933726 h 5003927"/>
              <a:gd name="connsiteX3" fmla="*/ 2253602 w 5102527"/>
              <a:gd name="connsiteY3" fmla="*/ 1457047 h 5003927"/>
              <a:gd name="connsiteX4" fmla="*/ 2767495 w 5102527"/>
              <a:gd name="connsiteY4" fmla="*/ 0 h 5003927"/>
              <a:gd name="connsiteX5" fmla="*/ 3180842 w 5102527"/>
              <a:gd name="connsiteY5" fmla="*/ 1613401 h 5003927"/>
              <a:gd name="connsiteX6" fmla="*/ 4697919 w 5102527"/>
              <a:gd name="connsiteY6" fmla="*/ 711224 h 5003927"/>
              <a:gd name="connsiteX7" fmla="*/ 4272827 w 5102527"/>
              <a:gd name="connsiteY7" fmla="*/ 1480991 h 5003927"/>
              <a:gd name="connsiteX8" fmla="*/ 3922734 w 5102527"/>
              <a:gd name="connsiteY8" fmla="*/ 2012985 h 5003927"/>
              <a:gd name="connsiteX9" fmla="*/ 5102436 w 5102527"/>
              <a:gd name="connsiteY9" fmla="*/ 2339389 h 5003927"/>
              <a:gd name="connsiteX10" fmla="*/ 3863686 w 5102527"/>
              <a:gd name="connsiteY10" fmla="*/ 2811641 h 5003927"/>
              <a:gd name="connsiteX11" fmla="*/ 4828315 w 5102527"/>
              <a:gd name="connsiteY11" fmla="*/ 3987432 h 5003927"/>
              <a:gd name="connsiteX12" fmla="*/ 3349202 w 5102527"/>
              <a:gd name="connsiteY12" fmla="*/ 3472552 h 5003927"/>
              <a:gd name="connsiteX13" fmla="*/ 3195239 w 5102527"/>
              <a:gd name="connsiteY13" fmla="*/ 5002640 h 5003927"/>
              <a:gd name="connsiteX14" fmla="*/ 2421953 w 5102527"/>
              <a:gd name="connsiteY14" fmla="*/ 3718173 h 5003927"/>
              <a:gd name="connsiteX15" fmla="*/ 1092966 w 5102527"/>
              <a:gd name="connsiteY15" fmla="*/ 4437056 h 5003927"/>
              <a:gd name="connsiteX16" fmla="*/ 1577328 w 5102527"/>
              <a:gd name="connsiteY16" fmla="*/ 2981795 h 5003927"/>
              <a:gd name="connsiteX17" fmla="*/ 1 w 5102527"/>
              <a:gd name="connsiteY17" fmla="*/ 2871567 h 5003927"/>
              <a:gd name="connsiteX0" fmla="*/ -1 w 5102525"/>
              <a:gd name="connsiteY0" fmla="*/ 2871567 h 5004126"/>
              <a:gd name="connsiteX1" fmla="*/ 1612941 w 5102525"/>
              <a:gd name="connsiteY1" fmla="*/ 2131595 h 5004126"/>
              <a:gd name="connsiteX2" fmla="*/ 485506 w 5102525"/>
              <a:gd name="connsiteY2" fmla="*/ 933726 h 5004126"/>
              <a:gd name="connsiteX3" fmla="*/ 2253600 w 5102525"/>
              <a:gd name="connsiteY3" fmla="*/ 1457047 h 5004126"/>
              <a:gd name="connsiteX4" fmla="*/ 2767493 w 5102525"/>
              <a:gd name="connsiteY4" fmla="*/ 0 h 5004126"/>
              <a:gd name="connsiteX5" fmla="*/ 3180840 w 5102525"/>
              <a:gd name="connsiteY5" fmla="*/ 1613401 h 5004126"/>
              <a:gd name="connsiteX6" fmla="*/ 4697917 w 5102525"/>
              <a:gd name="connsiteY6" fmla="*/ 711224 h 5004126"/>
              <a:gd name="connsiteX7" fmla="*/ 4272825 w 5102525"/>
              <a:gd name="connsiteY7" fmla="*/ 1480991 h 5004126"/>
              <a:gd name="connsiteX8" fmla="*/ 3922732 w 5102525"/>
              <a:gd name="connsiteY8" fmla="*/ 2012985 h 5004126"/>
              <a:gd name="connsiteX9" fmla="*/ 5102434 w 5102525"/>
              <a:gd name="connsiteY9" fmla="*/ 2339389 h 5004126"/>
              <a:gd name="connsiteX10" fmla="*/ 3863684 w 5102525"/>
              <a:gd name="connsiteY10" fmla="*/ 2811641 h 5004126"/>
              <a:gd name="connsiteX11" fmla="*/ 4828313 w 5102525"/>
              <a:gd name="connsiteY11" fmla="*/ 3987432 h 5004126"/>
              <a:gd name="connsiteX12" fmla="*/ 3349200 w 5102525"/>
              <a:gd name="connsiteY12" fmla="*/ 3472552 h 5004126"/>
              <a:gd name="connsiteX13" fmla="*/ 3195237 w 5102525"/>
              <a:gd name="connsiteY13" fmla="*/ 5002640 h 5004126"/>
              <a:gd name="connsiteX14" fmla="*/ 2421951 w 5102525"/>
              <a:gd name="connsiteY14" fmla="*/ 3718173 h 5004126"/>
              <a:gd name="connsiteX15" fmla="*/ 1964565 w 5102525"/>
              <a:gd name="connsiteY15" fmla="*/ 3913413 h 5004126"/>
              <a:gd name="connsiteX16" fmla="*/ 1092964 w 5102525"/>
              <a:gd name="connsiteY16" fmla="*/ 4437056 h 5004126"/>
              <a:gd name="connsiteX17" fmla="*/ 1577326 w 5102525"/>
              <a:gd name="connsiteY17" fmla="*/ 2981795 h 5004126"/>
              <a:gd name="connsiteX18" fmla="*/ -1 w 5102525"/>
              <a:gd name="connsiteY18" fmla="*/ 2871567 h 5004126"/>
              <a:gd name="connsiteX0" fmla="*/ 1 w 5102527"/>
              <a:gd name="connsiteY0" fmla="*/ 2871567 h 5004065"/>
              <a:gd name="connsiteX1" fmla="*/ 1612943 w 5102527"/>
              <a:gd name="connsiteY1" fmla="*/ 2131595 h 5004065"/>
              <a:gd name="connsiteX2" fmla="*/ 485508 w 5102527"/>
              <a:gd name="connsiteY2" fmla="*/ 933726 h 5004065"/>
              <a:gd name="connsiteX3" fmla="*/ 2253602 w 5102527"/>
              <a:gd name="connsiteY3" fmla="*/ 1457047 h 5004065"/>
              <a:gd name="connsiteX4" fmla="*/ 2767495 w 5102527"/>
              <a:gd name="connsiteY4" fmla="*/ 0 h 5004065"/>
              <a:gd name="connsiteX5" fmla="*/ 3180842 w 5102527"/>
              <a:gd name="connsiteY5" fmla="*/ 1613401 h 5004065"/>
              <a:gd name="connsiteX6" fmla="*/ 4697919 w 5102527"/>
              <a:gd name="connsiteY6" fmla="*/ 711224 h 5004065"/>
              <a:gd name="connsiteX7" fmla="*/ 4272827 w 5102527"/>
              <a:gd name="connsiteY7" fmla="*/ 1480991 h 5004065"/>
              <a:gd name="connsiteX8" fmla="*/ 3922734 w 5102527"/>
              <a:gd name="connsiteY8" fmla="*/ 2012985 h 5004065"/>
              <a:gd name="connsiteX9" fmla="*/ 5102436 w 5102527"/>
              <a:gd name="connsiteY9" fmla="*/ 2339389 h 5004065"/>
              <a:gd name="connsiteX10" fmla="*/ 3863686 w 5102527"/>
              <a:gd name="connsiteY10" fmla="*/ 2811641 h 5004065"/>
              <a:gd name="connsiteX11" fmla="*/ 4828315 w 5102527"/>
              <a:gd name="connsiteY11" fmla="*/ 3987432 h 5004065"/>
              <a:gd name="connsiteX12" fmla="*/ 3349202 w 5102527"/>
              <a:gd name="connsiteY12" fmla="*/ 3472552 h 5004065"/>
              <a:gd name="connsiteX13" fmla="*/ 3195239 w 5102527"/>
              <a:gd name="connsiteY13" fmla="*/ 5002640 h 5004065"/>
              <a:gd name="connsiteX14" fmla="*/ 2421953 w 5102527"/>
              <a:gd name="connsiteY14" fmla="*/ 3718173 h 5004065"/>
              <a:gd name="connsiteX15" fmla="*/ 1964567 w 5102527"/>
              <a:gd name="connsiteY15" fmla="*/ 3913413 h 5004065"/>
              <a:gd name="connsiteX16" fmla="*/ 1092966 w 5102527"/>
              <a:gd name="connsiteY16" fmla="*/ 4437056 h 5004065"/>
              <a:gd name="connsiteX17" fmla="*/ 1577328 w 5102527"/>
              <a:gd name="connsiteY17" fmla="*/ 2981795 h 5004065"/>
              <a:gd name="connsiteX18" fmla="*/ 1 w 5102527"/>
              <a:gd name="connsiteY18" fmla="*/ 2871567 h 5004065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3982"/>
              <a:gd name="connsiteX1" fmla="*/ 1612943 w 5102527"/>
              <a:gd name="connsiteY1" fmla="*/ 2131595 h 5003982"/>
              <a:gd name="connsiteX2" fmla="*/ 485508 w 5102527"/>
              <a:gd name="connsiteY2" fmla="*/ 933726 h 5003982"/>
              <a:gd name="connsiteX3" fmla="*/ 2253602 w 5102527"/>
              <a:gd name="connsiteY3" fmla="*/ 1457047 h 5003982"/>
              <a:gd name="connsiteX4" fmla="*/ 2767495 w 5102527"/>
              <a:gd name="connsiteY4" fmla="*/ 0 h 5003982"/>
              <a:gd name="connsiteX5" fmla="*/ 3180842 w 5102527"/>
              <a:gd name="connsiteY5" fmla="*/ 1613401 h 5003982"/>
              <a:gd name="connsiteX6" fmla="*/ 4697919 w 5102527"/>
              <a:gd name="connsiteY6" fmla="*/ 711224 h 5003982"/>
              <a:gd name="connsiteX7" fmla="*/ 4272827 w 5102527"/>
              <a:gd name="connsiteY7" fmla="*/ 1480991 h 5003982"/>
              <a:gd name="connsiteX8" fmla="*/ 3922734 w 5102527"/>
              <a:gd name="connsiteY8" fmla="*/ 2012985 h 5003982"/>
              <a:gd name="connsiteX9" fmla="*/ 5102436 w 5102527"/>
              <a:gd name="connsiteY9" fmla="*/ 2339389 h 5003982"/>
              <a:gd name="connsiteX10" fmla="*/ 3863686 w 5102527"/>
              <a:gd name="connsiteY10" fmla="*/ 2811641 h 5003982"/>
              <a:gd name="connsiteX11" fmla="*/ 4828315 w 5102527"/>
              <a:gd name="connsiteY11" fmla="*/ 3987432 h 5003982"/>
              <a:gd name="connsiteX12" fmla="*/ 3349202 w 5102527"/>
              <a:gd name="connsiteY12" fmla="*/ 3472552 h 5003982"/>
              <a:gd name="connsiteX13" fmla="*/ 3195239 w 5102527"/>
              <a:gd name="connsiteY13" fmla="*/ 5002640 h 5003982"/>
              <a:gd name="connsiteX14" fmla="*/ 2421953 w 5102527"/>
              <a:gd name="connsiteY14" fmla="*/ 3718173 h 5003982"/>
              <a:gd name="connsiteX15" fmla="*/ 1964567 w 5102527"/>
              <a:gd name="connsiteY15" fmla="*/ 3913413 h 5003982"/>
              <a:gd name="connsiteX16" fmla="*/ 1092966 w 5102527"/>
              <a:gd name="connsiteY16" fmla="*/ 4437056 h 5003982"/>
              <a:gd name="connsiteX17" fmla="*/ 1577328 w 5102527"/>
              <a:gd name="connsiteY17" fmla="*/ 2981795 h 5003982"/>
              <a:gd name="connsiteX18" fmla="*/ 1 w 5102527"/>
              <a:gd name="connsiteY18" fmla="*/ 2871567 h 5003982"/>
              <a:gd name="connsiteX0" fmla="*/ -1 w 5102525"/>
              <a:gd name="connsiteY0" fmla="*/ 2871567 h 5003980"/>
              <a:gd name="connsiteX1" fmla="*/ 1612941 w 5102525"/>
              <a:gd name="connsiteY1" fmla="*/ 2131595 h 5003980"/>
              <a:gd name="connsiteX2" fmla="*/ 485506 w 5102525"/>
              <a:gd name="connsiteY2" fmla="*/ 933726 h 5003980"/>
              <a:gd name="connsiteX3" fmla="*/ 2253600 w 5102525"/>
              <a:gd name="connsiteY3" fmla="*/ 1457047 h 5003980"/>
              <a:gd name="connsiteX4" fmla="*/ 2767493 w 5102525"/>
              <a:gd name="connsiteY4" fmla="*/ 0 h 5003980"/>
              <a:gd name="connsiteX5" fmla="*/ 3180840 w 5102525"/>
              <a:gd name="connsiteY5" fmla="*/ 1613401 h 5003980"/>
              <a:gd name="connsiteX6" fmla="*/ 4697917 w 5102525"/>
              <a:gd name="connsiteY6" fmla="*/ 711224 h 5003980"/>
              <a:gd name="connsiteX7" fmla="*/ 4272825 w 5102525"/>
              <a:gd name="connsiteY7" fmla="*/ 1480991 h 5003980"/>
              <a:gd name="connsiteX8" fmla="*/ 3922732 w 5102525"/>
              <a:gd name="connsiteY8" fmla="*/ 2012985 h 5003980"/>
              <a:gd name="connsiteX9" fmla="*/ 5102434 w 5102525"/>
              <a:gd name="connsiteY9" fmla="*/ 2339389 h 5003980"/>
              <a:gd name="connsiteX10" fmla="*/ 3863684 w 5102525"/>
              <a:gd name="connsiteY10" fmla="*/ 2811641 h 5003980"/>
              <a:gd name="connsiteX11" fmla="*/ 4828313 w 5102525"/>
              <a:gd name="connsiteY11" fmla="*/ 3987432 h 5003980"/>
              <a:gd name="connsiteX12" fmla="*/ 3349200 w 5102525"/>
              <a:gd name="connsiteY12" fmla="*/ 3472552 h 5003980"/>
              <a:gd name="connsiteX13" fmla="*/ 3195237 w 5102525"/>
              <a:gd name="connsiteY13" fmla="*/ 5002640 h 5003980"/>
              <a:gd name="connsiteX14" fmla="*/ 2421951 w 5102525"/>
              <a:gd name="connsiteY14" fmla="*/ 3718173 h 5003980"/>
              <a:gd name="connsiteX15" fmla="*/ 1964565 w 5102525"/>
              <a:gd name="connsiteY15" fmla="*/ 3913413 h 5003980"/>
              <a:gd name="connsiteX16" fmla="*/ 1092964 w 5102525"/>
              <a:gd name="connsiteY16" fmla="*/ 4437056 h 5003980"/>
              <a:gd name="connsiteX17" fmla="*/ 1577326 w 5102525"/>
              <a:gd name="connsiteY17" fmla="*/ 2981795 h 5003980"/>
              <a:gd name="connsiteX18" fmla="*/ -1 w 5102525"/>
              <a:gd name="connsiteY18" fmla="*/ 2871567 h 5003980"/>
              <a:gd name="connsiteX0" fmla="*/ 1 w 5102527"/>
              <a:gd name="connsiteY0" fmla="*/ 2871567 h 5004076"/>
              <a:gd name="connsiteX1" fmla="*/ 1612943 w 5102527"/>
              <a:gd name="connsiteY1" fmla="*/ 2131595 h 5004076"/>
              <a:gd name="connsiteX2" fmla="*/ 485508 w 5102527"/>
              <a:gd name="connsiteY2" fmla="*/ 933726 h 5004076"/>
              <a:gd name="connsiteX3" fmla="*/ 2253602 w 5102527"/>
              <a:gd name="connsiteY3" fmla="*/ 1457047 h 5004076"/>
              <a:gd name="connsiteX4" fmla="*/ 2767495 w 5102527"/>
              <a:gd name="connsiteY4" fmla="*/ 0 h 5004076"/>
              <a:gd name="connsiteX5" fmla="*/ 3180842 w 5102527"/>
              <a:gd name="connsiteY5" fmla="*/ 1613401 h 5004076"/>
              <a:gd name="connsiteX6" fmla="*/ 4697919 w 5102527"/>
              <a:gd name="connsiteY6" fmla="*/ 711224 h 5004076"/>
              <a:gd name="connsiteX7" fmla="*/ 4272827 w 5102527"/>
              <a:gd name="connsiteY7" fmla="*/ 1480991 h 5004076"/>
              <a:gd name="connsiteX8" fmla="*/ 3922734 w 5102527"/>
              <a:gd name="connsiteY8" fmla="*/ 2012985 h 5004076"/>
              <a:gd name="connsiteX9" fmla="*/ 5102436 w 5102527"/>
              <a:gd name="connsiteY9" fmla="*/ 2339389 h 5004076"/>
              <a:gd name="connsiteX10" fmla="*/ 3863686 w 5102527"/>
              <a:gd name="connsiteY10" fmla="*/ 2811641 h 5004076"/>
              <a:gd name="connsiteX11" fmla="*/ 4828315 w 5102527"/>
              <a:gd name="connsiteY11" fmla="*/ 3987432 h 5004076"/>
              <a:gd name="connsiteX12" fmla="*/ 3349202 w 5102527"/>
              <a:gd name="connsiteY12" fmla="*/ 3472552 h 5004076"/>
              <a:gd name="connsiteX13" fmla="*/ 3195239 w 5102527"/>
              <a:gd name="connsiteY13" fmla="*/ 5002640 h 5004076"/>
              <a:gd name="connsiteX14" fmla="*/ 2421953 w 5102527"/>
              <a:gd name="connsiteY14" fmla="*/ 3718173 h 5004076"/>
              <a:gd name="connsiteX15" fmla="*/ 1649194 w 5102527"/>
              <a:gd name="connsiteY15" fmla="*/ 4160578 h 5004076"/>
              <a:gd name="connsiteX16" fmla="*/ 1092966 w 5102527"/>
              <a:gd name="connsiteY16" fmla="*/ 4437056 h 5004076"/>
              <a:gd name="connsiteX17" fmla="*/ 1577328 w 5102527"/>
              <a:gd name="connsiteY17" fmla="*/ 2981795 h 5004076"/>
              <a:gd name="connsiteX18" fmla="*/ 1 w 5102527"/>
              <a:gd name="connsiteY18" fmla="*/ 2871567 h 5004076"/>
              <a:gd name="connsiteX0" fmla="*/ -1 w 5102525"/>
              <a:gd name="connsiteY0" fmla="*/ 2871567 h 5004029"/>
              <a:gd name="connsiteX1" fmla="*/ 1612941 w 5102525"/>
              <a:gd name="connsiteY1" fmla="*/ 2131595 h 5004029"/>
              <a:gd name="connsiteX2" fmla="*/ 485506 w 5102525"/>
              <a:gd name="connsiteY2" fmla="*/ 933726 h 5004029"/>
              <a:gd name="connsiteX3" fmla="*/ 2253600 w 5102525"/>
              <a:gd name="connsiteY3" fmla="*/ 1457047 h 5004029"/>
              <a:gd name="connsiteX4" fmla="*/ 2767493 w 5102525"/>
              <a:gd name="connsiteY4" fmla="*/ 0 h 5004029"/>
              <a:gd name="connsiteX5" fmla="*/ 3180840 w 5102525"/>
              <a:gd name="connsiteY5" fmla="*/ 1613401 h 5004029"/>
              <a:gd name="connsiteX6" fmla="*/ 4697917 w 5102525"/>
              <a:gd name="connsiteY6" fmla="*/ 711224 h 5004029"/>
              <a:gd name="connsiteX7" fmla="*/ 4272825 w 5102525"/>
              <a:gd name="connsiteY7" fmla="*/ 1480991 h 5004029"/>
              <a:gd name="connsiteX8" fmla="*/ 3922732 w 5102525"/>
              <a:gd name="connsiteY8" fmla="*/ 2012985 h 5004029"/>
              <a:gd name="connsiteX9" fmla="*/ 5102434 w 5102525"/>
              <a:gd name="connsiteY9" fmla="*/ 2339389 h 5004029"/>
              <a:gd name="connsiteX10" fmla="*/ 3863684 w 5102525"/>
              <a:gd name="connsiteY10" fmla="*/ 2811641 h 5004029"/>
              <a:gd name="connsiteX11" fmla="*/ 4828313 w 5102525"/>
              <a:gd name="connsiteY11" fmla="*/ 3987432 h 5004029"/>
              <a:gd name="connsiteX12" fmla="*/ 3349200 w 5102525"/>
              <a:gd name="connsiteY12" fmla="*/ 3472552 h 5004029"/>
              <a:gd name="connsiteX13" fmla="*/ 3195237 w 5102525"/>
              <a:gd name="connsiteY13" fmla="*/ 5002640 h 5004029"/>
              <a:gd name="connsiteX14" fmla="*/ 2421951 w 5102525"/>
              <a:gd name="connsiteY14" fmla="*/ 3718173 h 5004029"/>
              <a:gd name="connsiteX15" fmla="*/ 1649192 w 5102525"/>
              <a:gd name="connsiteY15" fmla="*/ 4160578 h 5004029"/>
              <a:gd name="connsiteX16" fmla="*/ 1092964 w 5102525"/>
              <a:gd name="connsiteY16" fmla="*/ 4437056 h 5004029"/>
              <a:gd name="connsiteX17" fmla="*/ 1577326 w 5102525"/>
              <a:gd name="connsiteY17" fmla="*/ 2981795 h 5004029"/>
              <a:gd name="connsiteX18" fmla="*/ -1 w 5102525"/>
              <a:gd name="connsiteY18" fmla="*/ 2871567 h 50040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3929"/>
              <a:gd name="connsiteX1" fmla="*/ 1612943 w 5102527"/>
              <a:gd name="connsiteY1" fmla="*/ 2131595 h 5003929"/>
              <a:gd name="connsiteX2" fmla="*/ 485508 w 5102527"/>
              <a:gd name="connsiteY2" fmla="*/ 933726 h 5003929"/>
              <a:gd name="connsiteX3" fmla="*/ 2253602 w 5102527"/>
              <a:gd name="connsiteY3" fmla="*/ 1457047 h 5003929"/>
              <a:gd name="connsiteX4" fmla="*/ 2767495 w 5102527"/>
              <a:gd name="connsiteY4" fmla="*/ 0 h 5003929"/>
              <a:gd name="connsiteX5" fmla="*/ 3180842 w 5102527"/>
              <a:gd name="connsiteY5" fmla="*/ 1613401 h 5003929"/>
              <a:gd name="connsiteX6" fmla="*/ 4697919 w 5102527"/>
              <a:gd name="connsiteY6" fmla="*/ 711224 h 5003929"/>
              <a:gd name="connsiteX7" fmla="*/ 4272827 w 5102527"/>
              <a:gd name="connsiteY7" fmla="*/ 1480991 h 5003929"/>
              <a:gd name="connsiteX8" fmla="*/ 3922734 w 5102527"/>
              <a:gd name="connsiteY8" fmla="*/ 2012985 h 5003929"/>
              <a:gd name="connsiteX9" fmla="*/ 5102436 w 5102527"/>
              <a:gd name="connsiteY9" fmla="*/ 2339389 h 5003929"/>
              <a:gd name="connsiteX10" fmla="*/ 3863686 w 5102527"/>
              <a:gd name="connsiteY10" fmla="*/ 2811641 h 5003929"/>
              <a:gd name="connsiteX11" fmla="*/ 4828315 w 5102527"/>
              <a:gd name="connsiteY11" fmla="*/ 3987432 h 5003929"/>
              <a:gd name="connsiteX12" fmla="*/ 3349202 w 5102527"/>
              <a:gd name="connsiteY12" fmla="*/ 3472552 h 5003929"/>
              <a:gd name="connsiteX13" fmla="*/ 3195239 w 5102527"/>
              <a:gd name="connsiteY13" fmla="*/ 5002640 h 5003929"/>
              <a:gd name="connsiteX14" fmla="*/ 2421953 w 5102527"/>
              <a:gd name="connsiteY14" fmla="*/ 3718173 h 5003929"/>
              <a:gd name="connsiteX15" fmla="*/ 1649194 w 5102527"/>
              <a:gd name="connsiteY15" fmla="*/ 4160578 h 5003929"/>
              <a:gd name="connsiteX16" fmla="*/ 1092966 w 5102527"/>
              <a:gd name="connsiteY16" fmla="*/ 4437056 h 5003929"/>
              <a:gd name="connsiteX17" fmla="*/ 1577328 w 5102527"/>
              <a:gd name="connsiteY17" fmla="*/ 2981795 h 5003929"/>
              <a:gd name="connsiteX18" fmla="*/ 1 w 5102527"/>
              <a:gd name="connsiteY18" fmla="*/ 2871567 h 5003929"/>
              <a:gd name="connsiteX0" fmla="*/ -1 w 5102525"/>
              <a:gd name="connsiteY0" fmla="*/ 2871567 h 5003929"/>
              <a:gd name="connsiteX1" fmla="*/ 1612941 w 5102525"/>
              <a:gd name="connsiteY1" fmla="*/ 2131595 h 5003929"/>
              <a:gd name="connsiteX2" fmla="*/ 485506 w 5102525"/>
              <a:gd name="connsiteY2" fmla="*/ 933726 h 5003929"/>
              <a:gd name="connsiteX3" fmla="*/ 2253600 w 5102525"/>
              <a:gd name="connsiteY3" fmla="*/ 1457047 h 5003929"/>
              <a:gd name="connsiteX4" fmla="*/ 2767493 w 5102525"/>
              <a:gd name="connsiteY4" fmla="*/ 0 h 5003929"/>
              <a:gd name="connsiteX5" fmla="*/ 3180840 w 5102525"/>
              <a:gd name="connsiteY5" fmla="*/ 1613401 h 5003929"/>
              <a:gd name="connsiteX6" fmla="*/ 4697917 w 5102525"/>
              <a:gd name="connsiteY6" fmla="*/ 711224 h 5003929"/>
              <a:gd name="connsiteX7" fmla="*/ 4272825 w 5102525"/>
              <a:gd name="connsiteY7" fmla="*/ 1480991 h 5003929"/>
              <a:gd name="connsiteX8" fmla="*/ 3922732 w 5102525"/>
              <a:gd name="connsiteY8" fmla="*/ 2012985 h 5003929"/>
              <a:gd name="connsiteX9" fmla="*/ 5102434 w 5102525"/>
              <a:gd name="connsiteY9" fmla="*/ 2339389 h 5003929"/>
              <a:gd name="connsiteX10" fmla="*/ 3863684 w 5102525"/>
              <a:gd name="connsiteY10" fmla="*/ 2811641 h 5003929"/>
              <a:gd name="connsiteX11" fmla="*/ 4828313 w 5102525"/>
              <a:gd name="connsiteY11" fmla="*/ 3987432 h 5003929"/>
              <a:gd name="connsiteX12" fmla="*/ 3349200 w 5102525"/>
              <a:gd name="connsiteY12" fmla="*/ 3472552 h 5003929"/>
              <a:gd name="connsiteX13" fmla="*/ 3195237 w 5102525"/>
              <a:gd name="connsiteY13" fmla="*/ 5002640 h 5003929"/>
              <a:gd name="connsiteX14" fmla="*/ 2421951 w 5102525"/>
              <a:gd name="connsiteY14" fmla="*/ 3718173 h 5003929"/>
              <a:gd name="connsiteX15" fmla="*/ 1649192 w 5102525"/>
              <a:gd name="connsiteY15" fmla="*/ 4160578 h 5003929"/>
              <a:gd name="connsiteX16" fmla="*/ 1092964 w 5102525"/>
              <a:gd name="connsiteY16" fmla="*/ 4437056 h 5003929"/>
              <a:gd name="connsiteX17" fmla="*/ 1577326 w 5102525"/>
              <a:gd name="connsiteY17" fmla="*/ 2981795 h 5003929"/>
              <a:gd name="connsiteX18" fmla="*/ -1 w 5102525"/>
              <a:gd name="connsiteY18" fmla="*/ 2871567 h 5003929"/>
              <a:gd name="connsiteX0" fmla="*/ 1 w 5102527"/>
              <a:gd name="connsiteY0" fmla="*/ 2871567 h 5002640"/>
              <a:gd name="connsiteX1" fmla="*/ 1612943 w 5102527"/>
              <a:gd name="connsiteY1" fmla="*/ 2131595 h 5002640"/>
              <a:gd name="connsiteX2" fmla="*/ 485508 w 5102527"/>
              <a:gd name="connsiteY2" fmla="*/ 933726 h 5002640"/>
              <a:gd name="connsiteX3" fmla="*/ 2253602 w 5102527"/>
              <a:gd name="connsiteY3" fmla="*/ 1457047 h 5002640"/>
              <a:gd name="connsiteX4" fmla="*/ 2767495 w 5102527"/>
              <a:gd name="connsiteY4" fmla="*/ 0 h 5002640"/>
              <a:gd name="connsiteX5" fmla="*/ 3180842 w 5102527"/>
              <a:gd name="connsiteY5" fmla="*/ 1613401 h 5002640"/>
              <a:gd name="connsiteX6" fmla="*/ 4697919 w 5102527"/>
              <a:gd name="connsiteY6" fmla="*/ 711224 h 5002640"/>
              <a:gd name="connsiteX7" fmla="*/ 4272827 w 5102527"/>
              <a:gd name="connsiteY7" fmla="*/ 1480991 h 5002640"/>
              <a:gd name="connsiteX8" fmla="*/ 3922734 w 5102527"/>
              <a:gd name="connsiteY8" fmla="*/ 2012985 h 5002640"/>
              <a:gd name="connsiteX9" fmla="*/ 5102436 w 5102527"/>
              <a:gd name="connsiteY9" fmla="*/ 2339389 h 5002640"/>
              <a:gd name="connsiteX10" fmla="*/ 3863686 w 5102527"/>
              <a:gd name="connsiteY10" fmla="*/ 2811641 h 5002640"/>
              <a:gd name="connsiteX11" fmla="*/ 4828315 w 5102527"/>
              <a:gd name="connsiteY11" fmla="*/ 3987432 h 5002640"/>
              <a:gd name="connsiteX12" fmla="*/ 3349202 w 5102527"/>
              <a:gd name="connsiteY12" fmla="*/ 3472552 h 5002640"/>
              <a:gd name="connsiteX13" fmla="*/ 3195239 w 5102527"/>
              <a:gd name="connsiteY13" fmla="*/ 5002640 h 5002640"/>
              <a:gd name="connsiteX14" fmla="*/ 2421953 w 5102527"/>
              <a:gd name="connsiteY14" fmla="*/ 3718173 h 5002640"/>
              <a:gd name="connsiteX15" fmla="*/ 1649194 w 5102527"/>
              <a:gd name="connsiteY15" fmla="*/ 4160578 h 5002640"/>
              <a:gd name="connsiteX16" fmla="*/ 1092966 w 5102527"/>
              <a:gd name="connsiteY16" fmla="*/ 4437056 h 5002640"/>
              <a:gd name="connsiteX17" fmla="*/ 1577328 w 5102527"/>
              <a:gd name="connsiteY17" fmla="*/ 2981795 h 5002640"/>
              <a:gd name="connsiteX18" fmla="*/ 1 w 5102527"/>
              <a:gd name="connsiteY18" fmla="*/ 2871567 h 5002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102527" h="500264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76070" y="4713838"/>
                  <a:pt x="3195239" y="5002640"/>
                </a:cubicBezTo>
                <a:cubicBezTo>
                  <a:pt x="3063596" y="4932904"/>
                  <a:pt x="2475086" y="3717242"/>
                  <a:pt x="2421953" y="3718173"/>
                </a:cubicBezTo>
                <a:cubicBezTo>
                  <a:pt x="2368820" y="3719104"/>
                  <a:pt x="1841184" y="4041449"/>
                  <a:pt x="1649194" y="4160578"/>
                </a:cubicBezTo>
                <a:cubicBezTo>
                  <a:pt x="1224201" y="4417952"/>
                  <a:pt x="1125897" y="4502022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8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0CF712-2483-16C1-8DC0-E7D9B041FAEF}"/>
              </a:ext>
            </a:extLst>
          </p:cNvPr>
          <p:cNvSpPr/>
          <p:nvPr/>
        </p:nvSpPr>
        <p:spPr>
          <a:xfrm>
            <a:off x="7102709" y="0"/>
            <a:ext cx="50892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3CA6902-F480-DB08-0124-BFA20F65C4DA}"/>
              </a:ext>
            </a:extLst>
          </p:cNvPr>
          <p:cNvSpPr/>
          <p:nvPr/>
        </p:nvSpPr>
        <p:spPr>
          <a:xfrm rot="577455">
            <a:off x="6843119" y="-120146"/>
            <a:ext cx="5219126" cy="6593697"/>
          </a:xfrm>
          <a:custGeom>
            <a:avLst/>
            <a:gdLst>
              <a:gd name="connsiteX0" fmla="*/ 3682305 w 5219126"/>
              <a:gd name="connsiteY0" fmla="*/ 0 h 6593697"/>
              <a:gd name="connsiteX1" fmla="*/ 3868502 w 5219126"/>
              <a:gd name="connsiteY1" fmla="*/ 720549 h 6593697"/>
              <a:gd name="connsiteX2" fmla="*/ 3605592 w 5219126"/>
              <a:gd name="connsiteY2" fmla="*/ 2169332 h 6593697"/>
              <a:gd name="connsiteX3" fmla="*/ 1988586 w 5219126"/>
              <a:gd name="connsiteY3" fmla="*/ 3262961 h 6593697"/>
              <a:gd name="connsiteX4" fmla="*/ 1751534 w 5219126"/>
              <a:gd name="connsiteY4" fmla="*/ 3331563 h 6593697"/>
              <a:gd name="connsiteX5" fmla="*/ 5195021 w 5219126"/>
              <a:gd name="connsiteY5" fmla="*/ 3338208 h 6593697"/>
              <a:gd name="connsiteX6" fmla="*/ 5218151 w 5219126"/>
              <a:gd name="connsiteY6" fmla="*/ 6517642 h 6593697"/>
              <a:gd name="connsiteX7" fmla="*/ 5211635 w 5219126"/>
              <a:gd name="connsiteY7" fmla="*/ 6593697 h 6593697"/>
              <a:gd name="connsiteX8" fmla="*/ 1645871 w 5219126"/>
              <a:gd name="connsiteY8" fmla="*/ 6593697 h 6593697"/>
              <a:gd name="connsiteX9" fmla="*/ 1606732 w 5219126"/>
              <a:gd name="connsiteY9" fmla="*/ 3353431 h 6593697"/>
              <a:gd name="connsiteX10" fmla="*/ 1495081 w 5219126"/>
              <a:gd name="connsiteY10" fmla="*/ 3359976 h 6593697"/>
              <a:gd name="connsiteX11" fmla="*/ 144734 w 5219126"/>
              <a:gd name="connsiteY11" fmla="*/ 2780278 h 6593697"/>
              <a:gd name="connsiteX12" fmla="*/ 137001 w 5219126"/>
              <a:gd name="connsiteY12" fmla="*/ 2773159 h 6593697"/>
              <a:gd name="connsiteX13" fmla="*/ 0 w 5219126"/>
              <a:gd name="connsiteY13" fmla="*/ 1965238 h 6593697"/>
              <a:gd name="connsiteX14" fmla="*/ 538764 w 5219126"/>
              <a:gd name="connsiteY14" fmla="*/ 1650905 h 6593697"/>
              <a:gd name="connsiteX15" fmla="*/ 971604 w 5219126"/>
              <a:gd name="connsiteY15" fmla="*/ 2150627 h 6593697"/>
              <a:gd name="connsiteX16" fmla="*/ 1641386 w 5219126"/>
              <a:gd name="connsiteY16" fmla="*/ 2248793 h 6593697"/>
              <a:gd name="connsiteX17" fmla="*/ 2640791 w 5219126"/>
              <a:gd name="connsiteY17" fmla="*/ 1687894 h 6593697"/>
              <a:gd name="connsiteX18" fmla="*/ 2891057 w 5219126"/>
              <a:gd name="connsiteY18" fmla="*/ 535522 h 6593697"/>
              <a:gd name="connsiteX19" fmla="*/ 2818517 w 5219126"/>
              <a:gd name="connsiteY19" fmla="*/ 344210 h 6593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19126" h="6593697">
                <a:moveTo>
                  <a:pt x="3682305" y="0"/>
                </a:moveTo>
                <a:cubicBezTo>
                  <a:pt x="3763208" y="185456"/>
                  <a:pt x="3881287" y="358995"/>
                  <a:pt x="3868502" y="720549"/>
                </a:cubicBezTo>
                <a:cubicBezTo>
                  <a:pt x="3855717" y="1082104"/>
                  <a:pt x="3911532" y="1674539"/>
                  <a:pt x="3605592" y="2169332"/>
                </a:cubicBezTo>
                <a:cubicBezTo>
                  <a:pt x="3299858" y="2564572"/>
                  <a:pt x="2671124" y="3028830"/>
                  <a:pt x="1988586" y="3262961"/>
                </a:cubicBezTo>
                <a:lnTo>
                  <a:pt x="1751534" y="3331563"/>
                </a:lnTo>
                <a:lnTo>
                  <a:pt x="5195021" y="3338208"/>
                </a:lnTo>
                <a:cubicBezTo>
                  <a:pt x="5200605" y="4061832"/>
                  <a:pt x="5224168" y="5975060"/>
                  <a:pt x="5218151" y="6517642"/>
                </a:cubicBezTo>
                <a:lnTo>
                  <a:pt x="5211635" y="6593697"/>
                </a:lnTo>
                <a:lnTo>
                  <a:pt x="1645871" y="6593697"/>
                </a:lnTo>
                <a:lnTo>
                  <a:pt x="1606732" y="3353431"/>
                </a:lnTo>
                <a:lnTo>
                  <a:pt x="1495081" y="3359976"/>
                </a:lnTo>
                <a:cubicBezTo>
                  <a:pt x="946512" y="3358234"/>
                  <a:pt x="481189" y="3076211"/>
                  <a:pt x="144734" y="2780278"/>
                </a:cubicBezTo>
                <a:lnTo>
                  <a:pt x="137001" y="2773159"/>
                </a:lnTo>
                <a:lnTo>
                  <a:pt x="0" y="1965238"/>
                </a:lnTo>
                <a:lnTo>
                  <a:pt x="538764" y="1650905"/>
                </a:lnTo>
                <a:cubicBezTo>
                  <a:pt x="613403" y="1838271"/>
                  <a:pt x="786458" y="2015703"/>
                  <a:pt x="971604" y="2150627"/>
                </a:cubicBezTo>
                <a:cubicBezTo>
                  <a:pt x="1152220" y="2242553"/>
                  <a:pt x="1409207" y="2220202"/>
                  <a:pt x="1641386" y="2248793"/>
                </a:cubicBezTo>
                <a:cubicBezTo>
                  <a:pt x="1990713" y="2180028"/>
                  <a:pt x="2432513" y="1973439"/>
                  <a:pt x="2640791" y="1687894"/>
                </a:cubicBezTo>
                <a:cubicBezTo>
                  <a:pt x="2849070" y="1402348"/>
                  <a:pt x="3031813" y="945326"/>
                  <a:pt x="2891057" y="535522"/>
                </a:cubicBezTo>
                <a:lnTo>
                  <a:pt x="2818517" y="34421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9886" y="1562793"/>
            <a:ext cx="3734935" cy="3158294"/>
          </a:xfrm>
        </p:spPr>
        <p:txBody>
          <a:bodyPr anchor="ctr">
            <a:normAutofit/>
          </a:bodyPr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906" y="4721086"/>
            <a:ext cx="3206894" cy="115293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26BCF74-6279-CB37-6D23-399FA77069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102475" cy="6858000"/>
          </a:xfrm>
          <a:prstGeom prst="rect">
            <a:avLst/>
          </a:pr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19047" y="256032"/>
            <a:ext cx="3256613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07048" y="6356350"/>
            <a:ext cx="2880610" cy="365125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453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D9567B5E-86DF-77F6-0BDA-80B8F69FC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932" y="726616"/>
            <a:ext cx="4386019" cy="1835739"/>
          </a:xfrm>
        </p:spPr>
        <p:txBody>
          <a:bodyPr>
            <a:no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62355"/>
            <a:ext cx="4386019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D0231637-6387-3E40-FCC3-365FC9F5DA58}"/>
              </a:ext>
            </a:extLst>
          </p:cNvPr>
          <p:cNvSpPr/>
          <p:nvPr/>
        </p:nvSpPr>
        <p:spPr>
          <a:xfrm rot="10503176" flipH="1" flipV="1">
            <a:off x="1567549" y="5051293"/>
            <a:ext cx="2065109" cy="18066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  <a:gd name="connsiteX0" fmla="*/ 90084 w 4687167"/>
              <a:gd name="connsiteY0" fmla="*/ 1 h 3571042"/>
              <a:gd name="connsiteX1" fmla="*/ 4687167 w 4687167"/>
              <a:gd name="connsiteY1" fmla="*/ 292036 h 3571042"/>
              <a:gd name="connsiteX2" fmla="*/ 4161065 w 4687167"/>
              <a:gd name="connsiteY2" fmla="*/ 2317359 h 3571042"/>
              <a:gd name="connsiteX3" fmla="*/ 3515331 w 4687167"/>
              <a:gd name="connsiteY3" fmla="*/ 3294164 h 3571042"/>
              <a:gd name="connsiteX4" fmla="*/ 2940712 w 4687167"/>
              <a:gd name="connsiteY4" fmla="*/ 3514982 h 3571042"/>
              <a:gd name="connsiteX5" fmla="*/ 2001855 w 4687167"/>
              <a:gd name="connsiteY5" fmla="*/ 3570130 h 3571042"/>
              <a:gd name="connsiteX6" fmla="*/ 582997 w 4687167"/>
              <a:gd name="connsiteY6" fmla="*/ 3198192 h 3571042"/>
              <a:gd name="connsiteX7" fmla="*/ 108182 w 4687167"/>
              <a:gd name="connsiteY7" fmla="*/ 1440447 h 3571042"/>
              <a:gd name="connsiteX8" fmla="*/ 90084 w 4687167"/>
              <a:gd name="connsiteY8" fmla="*/ 1 h 3571042"/>
              <a:gd name="connsiteX0" fmla="*/ 10315 w 4607398"/>
              <a:gd name="connsiteY0" fmla="*/ -1 h 3571040"/>
              <a:gd name="connsiteX1" fmla="*/ 4607398 w 4607398"/>
              <a:gd name="connsiteY1" fmla="*/ 292034 h 3571040"/>
              <a:gd name="connsiteX2" fmla="*/ 4081296 w 4607398"/>
              <a:gd name="connsiteY2" fmla="*/ 2317357 h 3571040"/>
              <a:gd name="connsiteX3" fmla="*/ 3435562 w 4607398"/>
              <a:gd name="connsiteY3" fmla="*/ 3294162 h 3571040"/>
              <a:gd name="connsiteX4" fmla="*/ 2860943 w 4607398"/>
              <a:gd name="connsiteY4" fmla="*/ 3514980 h 3571040"/>
              <a:gd name="connsiteX5" fmla="*/ 1922086 w 4607398"/>
              <a:gd name="connsiteY5" fmla="*/ 3570128 h 3571040"/>
              <a:gd name="connsiteX6" fmla="*/ 503228 w 4607398"/>
              <a:gd name="connsiteY6" fmla="*/ 3198190 h 3571040"/>
              <a:gd name="connsiteX7" fmla="*/ 28413 w 4607398"/>
              <a:gd name="connsiteY7" fmla="*/ 1440445 h 3571040"/>
              <a:gd name="connsiteX8" fmla="*/ 10315 w 4607398"/>
              <a:gd name="connsiteY8" fmla="*/ -1 h 3571040"/>
              <a:gd name="connsiteX0" fmla="*/ 257739 w 4854822"/>
              <a:gd name="connsiteY0" fmla="*/ 1 h 3571042"/>
              <a:gd name="connsiteX1" fmla="*/ 4854822 w 4854822"/>
              <a:gd name="connsiteY1" fmla="*/ 292036 h 3571042"/>
              <a:gd name="connsiteX2" fmla="*/ 4328720 w 4854822"/>
              <a:gd name="connsiteY2" fmla="*/ 2317359 h 3571042"/>
              <a:gd name="connsiteX3" fmla="*/ 3682986 w 4854822"/>
              <a:gd name="connsiteY3" fmla="*/ 3294164 h 3571042"/>
              <a:gd name="connsiteX4" fmla="*/ 3108367 w 4854822"/>
              <a:gd name="connsiteY4" fmla="*/ 3514982 h 3571042"/>
              <a:gd name="connsiteX5" fmla="*/ 2169510 w 4854822"/>
              <a:gd name="connsiteY5" fmla="*/ 3570130 h 3571042"/>
              <a:gd name="connsiteX6" fmla="*/ 750652 w 4854822"/>
              <a:gd name="connsiteY6" fmla="*/ 3198192 h 3571042"/>
              <a:gd name="connsiteX7" fmla="*/ 257739 w 4854822"/>
              <a:gd name="connsiteY7" fmla="*/ 1 h 3571042"/>
              <a:gd name="connsiteX0" fmla="*/ 108358 w 4705441"/>
              <a:gd name="connsiteY0" fmla="*/ -1 h 3571040"/>
              <a:gd name="connsiteX1" fmla="*/ 4705441 w 4705441"/>
              <a:gd name="connsiteY1" fmla="*/ 292034 h 3571040"/>
              <a:gd name="connsiteX2" fmla="*/ 4179339 w 4705441"/>
              <a:gd name="connsiteY2" fmla="*/ 2317357 h 3571040"/>
              <a:gd name="connsiteX3" fmla="*/ 3533605 w 4705441"/>
              <a:gd name="connsiteY3" fmla="*/ 3294162 h 3571040"/>
              <a:gd name="connsiteX4" fmla="*/ 2958986 w 4705441"/>
              <a:gd name="connsiteY4" fmla="*/ 3514980 h 3571040"/>
              <a:gd name="connsiteX5" fmla="*/ 2020129 w 4705441"/>
              <a:gd name="connsiteY5" fmla="*/ 3570128 h 3571040"/>
              <a:gd name="connsiteX6" fmla="*/ 601271 w 4705441"/>
              <a:gd name="connsiteY6" fmla="*/ 3198190 h 3571040"/>
              <a:gd name="connsiteX7" fmla="*/ 108358 w 4705441"/>
              <a:gd name="connsiteY7" fmla="*/ -1 h 3571040"/>
              <a:gd name="connsiteX0" fmla="*/ 64393 w 4661476"/>
              <a:gd name="connsiteY0" fmla="*/ 1 h 3571042"/>
              <a:gd name="connsiteX1" fmla="*/ 4661476 w 4661476"/>
              <a:gd name="connsiteY1" fmla="*/ 292036 h 3571042"/>
              <a:gd name="connsiteX2" fmla="*/ 4135374 w 4661476"/>
              <a:gd name="connsiteY2" fmla="*/ 2317359 h 3571042"/>
              <a:gd name="connsiteX3" fmla="*/ 3489640 w 4661476"/>
              <a:gd name="connsiteY3" fmla="*/ 3294164 h 3571042"/>
              <a:gd name="connsiteX4" fmla="*/ 2915021 w 4661476"/>
              <a:gd name="connsiteY4" fmla="*/ 3514982 h 3571042"/>
              <a:gd name="connsiteX5" fmla="*/ 1976164 w 4661476"/>
              <a:gd name="connsiteY5" fmla="*/ 3570130 h 3571042"/>
              <a:gd name="connsiteX6" fmla="*/ 557306 w 4661476"/>
              <a:gd name="connsiteY6" fmla="*/ 3198192 h 3571042"/>
              <a:gd name="connsiteX7" fmla="*/ 64393 w 4661476"/>
              <a:gd name="connsiteY7" fmla="*/ 1 h 3571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1476" h="3571042">
                <a:moveTo>
                  <a:pt x="64393" y="1"/>
                </a:moveTo>
                <a:lnTo>
                  <a:pt x="4661476" y="292036"/>
                </a:lnTo>
                <a:cubicBezTo>
                  <a:pt x="4525959" y="1348137"/>
                  <a:pt x="4330680" y="1817004"/>
                  <a:pt x="4135374" y="2317359"/>
                </a:cubicBezTo>
                <a:cubicBezTo>
                  <a:pt x="4110763" y="2413948"/>
                  <a:pt x="3631233" y="3168727"/>
                  <a:pt x="3489640" y="3294164"/>
                </a:cubicBezTo>
                <a:cubicBezTo>
                  <a:pt x="3377966" y="3387190"/>
                  <a:pt x="3097648" y="3446764"/>
                  <a:pt x="2915021" y="3514982"/>
                </a:cubicBezTo>
                <a:cubicBezTo>
                  <a:pt x="2540061" y="3589683"/>
                  <a:pt x="2238890" y="3566987"/>
                  <a:pt x="1976164" y="3570130"/>
                </a:cubicBezTo>
                <a:cubicBezTo>
                  <a:pt x="1713438" y="3573273"/>
                  <a:pt x="795942" y="3269497"/>
                  <a:pt x="557306" y="3198192"/>
                </a:cubicBezTo>
                <a:cubicBezTo>
                  <a:pt x="238678" y="2603171"/>
                  <a:pt x="-157115" y="1457061"/>
                  <a:pt x="64393" y="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1424B7C7-4D96-C302-F15D-838BBA879275}"/>
              </a:ext>
            </a:extLst>
          </p:cNvPr>
          <p:cNvSpPr/>
          <p:nvPr/>
        </p:nvSpPr>
        <p:spPr>
          <a:xfrm rot="19965887">
            <a:off x="567663" y="1804783"/>
            <a:ext cx="2000082" cy="1803398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10">
            <a:extLst>
              <a:ext uri="{FF2B5EF4-FFF2-40B4-BE49-F238E27FC236}">
                <a16:creationId xmlns:a16="http://schemas.microsoft.com/office/drawing/2014/main" id="{C5787402-CD40-9AD5-FD38-9B36D34D43CF}"/>
              </a:ext>
            </a:extLst>
          </p:cNvPr>
          <p:cNvSpPr/>
          <p:nvPr/>
        </p:nvSpPr>
        <p:spPr>
          <a:xfrm rot="11287850">
            <a:off x="479595" y="4629804"/>
            <a:ext cx="975445" cy="217297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E332E53C-C30B-5642-0C44-B8FA76323A08}"/>
              </a:ext>
            </a:extLst>
          </p:cNvPr>
          <p:cNvSpPr/>
          <p:nvPr/>
        </p:nvSpPr>
        <p:spPr>
          <a:xfrm rot="15264538">
            <a:off x="1574223" y="3234587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7C1F39-DD1E-4113-073E-277138779273}"/>
              </a:ext>
            </a:extLst>
          </p:cNvPr>
          <p:cNvGrpSpPr/>
          <p:nvPr/>
        </p:nvGrpSpPr>
        <p:grpSpPr>
          <a:xfrm>
            <a:off x="2124649" y="5786831"/>
            <a:ext cx="694344" cy="372197"/>
            <a:chOff x="5447388" y="3100610"/>
            <a:chExt cx="1500891" cy="8045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CF7F074-8ECF-C7D4-BF80-5A3C1855064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22">
              <a:extLst>
                <a:ext uri="{FF2B5EF4-FFF2-40B4-BE49-F238E27FC236}">
                  <a16:creationId xmlns:a16="http://schemas.microsoft.com/office/drawing/2014/main" id="{0094DC20-25F6-CAE9-A211-905A09B64FFD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8B80F1-9B87-C741-3FC6-E401AAFF1E35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24">
              <a:extLst>
                <a:ext uri="{FF2B5EF4-FFF2-40B4-BE49-F238E27FC236}">
                  <a16:creationId xmlns:a16="http://schemas.microsoft.com/office/drawing/2014/main" id="{8D62373B-5B38-7699-B61A-AFCE7556FF5A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25">
              <a:extLst>
                <a:ext uri="{FF2B5EF4-FFF2-40B4-BE49-F238E27FC236}">
                  <a16:creationId xmlns:a16="http://schemas.microsoft.com/office/drawing/2014/main" id="{51BEFA82-A7D0-74DB-7543-5621532E8ED2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EE302B7-86D6-4E84-71E2-DE040EE1C12A}"/>
              </a:ext>
            </a:extLst>
          </p:cNvPr>
          <p:cNvGrpSpPr/>
          <p:nvPr/>
        </p:nvGrpSpPr>
        <p:grpSpPr>
          <a:xfrm rot="10991591" flipH="1">
            <a:off x="1327081" y="2606090"/>
            <a:ext cx="707560" cy="303275"/>
            <a:chOff x="9017281" y="2382447"/>
            <a:chExt cx="707560" cy="30327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D0B3CCD-C0BF-3FB5-D6C7-3B8B3B3AF442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8">
              <a:extLst>
                <a:ext uri="{FF2B5EF4-FFF2-40B4-BE49-F238E27FC236}">
                  <a16:creationId xmlns:a16="http://schemas.microsoft.com/office/drawing/2014/main" id="{C4C51C94-0A97-BC2F-B922-BEF6E3902CEB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045480-442E-EAAD-4BF6-63B4048B3C6E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30">
              <a:extLst>
                <a:ext uri="{FF2B5EF4-FFF2-40B4-BE49-F238E27FC236}">
                  <a16:creationId xmlns:a16="http://schemas.microsoft.com/office/drawing/2014/main" id="{D5357494-165D-1677-CD4F-53F6F4B919A6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31">
            <a:extLst>
              <a:ext uri="{FF2B5EF4-FFF2-40B4-BE49-F238E27FC236}">
                <a16:creationId xmlns:a16="http://schemas.microsoft.com/office/drawing/2014/main" id="{B1773356-1EEA-0DC4-82B7-D69707B0DD32}"/>
              </a:ext>
            </a:extLst>
          </p:cNvPr>
          <p:cNvSpPr/>
          <p:nvPr userDrawn="1"/>
        </p:nvSpPr>
        <p:spPr>
          <a:xfrm rot="11328795" flipH="1" flipV="1">
            <a:off x="1634081" y="29836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2C3431"/>
                </a:solidFill>
              </a:ln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900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7259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00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F484405-6C7A-E60E-D5CF-EF717AA2D775}"/>
              </a:ext>
            </a:extLst>
          </p:cNvPr>
          <p:cNvSpPr/>
          <p:nvPr/>
        </p:nvSpPr>
        <p:spPr>
          <a:xfrm rot="968660" flipH="1" flipV="1">
            <a:off x="66210" y="50848"/>
            <a:ext cx="12708923" cy="5633014"/>
          </a:xfrm>
          <a:custGeom>
            <a:avLst/>
            <a:gdLst>
              <a:gd name="connsiteX0" fmla="*/ 8493809 w 12708923"/>
              <a:gd name="connsiteY0" fmla="*/ 5182296 h 5633014"/>
              <a:gd name="connsiteX1" fmla="*/ 6936782 w 12708923"/>
              <a:gd name="connsiteY1" fmla="*/ 5633014 h 5633014"/>
              <a:gd name="connsiteX2" fmla="*/ 6806737 w 12708923"/>
              <a:gd name="connsiteY2" fmla="*/ 5468563 h 5633014"/>
              <a:gd name="connsiteX3" fmla="*/ 6286356 w 12708923"/>
              <a:gd name="connsiteY3" fmla="*/ 4559771 h 5633014"/>
              <a:gd name="connsiteX4" fmla="*/ 6351049 w 12708923"/>
              <a:gd name="connsiteY4" fmla="*/ 2638685 h 5633014"/>
              <a:gd name="connsiteX5" fmla="*/ 6484589 w 12708923"/>
              <a:gd name="connsiteY5" fmla="*/ 2344774 h 5633014"/>
              <a:gd name="connsiteX6" fmla="*/ 6486236 w 12708923"/>
              <a:gd name="connsiteY6" fmla="*/ 2341768 h 5633014"/>
              <a:gd name="connsiteX7" fmla="*/ 6295801 w 12708923"/>
              <a:gd name="connsiteY7" fmla="*/ 2558036 h 5633014"/>
              <a:gd name="connsiteX8" fmla="*/ 4996641 w 12708923"/>
              <a:gd name="connsiteY8" fmla="*/ 3522488 h 5633014"/>
              <a:gd name="connsiteX9" fmla="*/ 1755903 w 12708923"/>
              <a:gd name="connsiteY9" fmla="*/ 3321467 h 5633014"/>
              <a:gd name="connsiteX10" fmla="*/ 341689 w 12708923"/>
              <a:gd name="connsiteY10" fmla="*/ 1564029 h 5633014"/>
              <a:gd name="connsiteX11" fmla="*/ 38329 w 12708923"/>
              <a:gd name="connsiteY11" fmla="*/ 617796 h 5633014"/>
              <a:gd name="connsiteX12" fmla="*/ 0 w 12708923"/>
              <a:gd name="connsiteY12" fmla="*/ 501476 h 5633014"/>
              <a:gd name="connsiteX13" fmla="*/ 1200521 w 12708923"/>
              <a:gd name="connsiteY13" fmla="*/ 153957 h 5633014"/>
              <a:gd name="connsiteX14" fmla="*/ 1696947 w 12708923"/>
              <a:gd name="connsiteY14" fmla="*/ 139509 h 5633014"/>
              <a:gd name="connsiteX15" fmla="*/ 7170680 w 12708923"/>
              <a:gd name="connsiteY15" fmla="*/ 186960 h 5633014"/>
              <a:gd name="connsiteX16" fmla="*/ 6915841 w 12708923"/>
              <a:gd name="connsiteY16" fmla="*/ 1624595 h 5633014"/>
              <a:gd name="connsiteX17" fmla="*/ 6882071 w 12708923"/>
              <a:gd name="connsiteY17" fmla="*/ 1720315 h 5633014"/>
              <a:gd name="connsiteX18" fmla="*/ 6926961 w 12708923"/>
              <a:gd name="connsiteY18" fmla="*/ 1659818 h 5633014"/>
              <a:gd name="connsiteX19" fmla="*/ 8986392 w 12708923"/>
              <a:gd name="connsiteY19" fmla="*/ 191287 h 5633014"/>
              <a:gd name="connsiteX20" fmla="*/ 12708923 w 12708923"/>
              <a:gd name="connsiteY20" fmla="*/ 1329451 h 5633014"/>
              <a:gd name="connsiteX21" fmla="*/ 11551315 w 12708923"/>
              <a:gd name="connsiteY21" fmla="*/ 2444351 h 5633014"/>
              <a:gd name="connsiteX22" fmla="*/ 10608097 w 12708923"/>
              <a:gd name="connsiteY22" fmla="*/ 1801280 h 5633014"/>
              <a:gd name="connsiteX23" fmla="*/ 9516657 w 12708923"/>
              <a:gd name="connsiteY23" fmla="*/ 1844412 h 5633014"/>
              <a:gd name="connsiteX24" fmla="*/ 8147265 w 12708923"/>
              <a:gd name="connsiteY24" fmla="*/ 3063993 h 5633014"/>
              <a:gd name="connsiteX25" fmla="*/ 8190803 w 12708923"/>
              <a:gd name="connsiteY25" fmla="*/ 4735422 h 563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708923" h="5633014">
                <a:moveTo>
                  <a:pt x="8493809" y="5182296"/>
                </a:moveTo>
                <a:lnTo>
                  <a:pt x="6936782" y="5633014"/>
                </a:lnTo>
                <a:lnTo>
                  <a:pt x="6806737" y="5468563"/>
                </a:lnTo>
                <a:cubicBezTo>
                  <a:pt x="6585848" y="5179610"/>
                  <a:pt x="6370430" y="4851996"/>
                  <a:pt x="6286356" y="4559771"/>
                </a:cubicBezTo>
                <a:cubicBezTo>
                  <a:pt x="6118207" y="3975320"/>
                  <a:pt x="6101417" y="3529915"/>
                  <a:pt x="6351049" y="2638685"/>
                </a:cubicBezTo>
                <a:cubicBezTo>
                  <a:pt x="6385577" y="2549005"/>
                  <a:pt x="6430173" y="2450070"/>
                  <a:pt x="6484589" y="2344774"/>
                </a:cubicBezTo>
                <a:lnTo>
                  <a:pt x="6486236" y="2341768"/>
                </a:lnTo>
                <a:lnTo>
                  <a:pt x="6295801" y="2558036"/>
                </a:lnTo>
                <a:cubicBezTo>
                  <a:pt x="5911769" y="2965774"/>
                  <a:pt x="5419884" y="3354069"/>
                  <a:pt x="4996641" y="3522488"/>
                </a:cubicBezTo>
                <a:cubicBezTo>
                  <a:pt x="4220829" y="3679339"/>
                  <a:pt x="2641999" y="3646373"/>
                  <a:pt x="1755903" y="3321467"/>
                </a:cubicBezTo>
                <a:cubicBezTo>
                  <a:pt x="927700" y="2895235"/>
                  <a:pt x="639162" y="2091994"/>
                  <a:pt x="341689" y="1564029"/>
                </a:cubicBezTo>
                <a:cubicBezTo>
                  <a:pt x="244267" y="1266179"/>
                  <a:pt x="200500" y="1111580"/>
                  <a:pt x="38329" y="617796"/>
                </a:cubicBezTo>
                <a:lnTo>
                  <a:pt x="0" y="501476"/>
                </a:lnTo>
                <a:lnTo>
                  <a:pt x="1200521" y="153957"/>
                </a:lnTo>
                <a:lnTo>
                  <a:pt x="1696947" y="139509"/>
                </a:lnTo>
                <a:cubicBezTo>
                  <a:pt x="3513718" y="107221"/>
                  <a:pt x="5388357" y="186024"/>
                  <a:pt x="7170680" y="186960"/>
                </a:cubicBezTo>
                <a:cubicBezTo>
                  <a:pt x="7244004" y="202764"/>
                  <a:pt x="7104510" y="1058103"/>
                  <a:pt x="6915841" y="1624595"/>
                </a:cubicBezTo>
                <a:lnTo>
                  <a:pt x="6882071" y="1720315"/>
                </a:lnTo>
                <a:lnTo>
                  <a:pt x="6926961" y="1659818"/>
                </a:lnTo>
                <a:cubicBezTo>
                  <a:pt x="7390522" y="1064003"/>
                  <a:pt x="8087273" y="453886"/>
                  <a:pt x="8986392" y="191287"/>
                </a:cubicBezTo>
                <a:cubicBezTo>
                  <a:pt x="11028586" y="-313606"/>
                  <a:pt x="11288804" y="220443"/>
                  <a:pt x="12708923" y="1329451"/>
                </a:cubicBezTo>
                <a:lnTo>
                  <a:pt x="11551315" y="2444351"/>
                </a:lnTo>
                <a:cubicBezTo>
                  <a:pt x="11189705" y="2199999"/>
                  <a:pt x="10959519" y="1963438"/>
                  <a:pt x="10608097" y="1801280"/>
                </a:cubicBezTo>
                <a:cubicBezTo>
                  <a:pt x="10283584" y="1707199"/>
                  <a:pt x="9886476" y="1777345"/>
                  <a:pt x="9516657" y="1844412"/>
                </a:cubicBezTo>
                <a:cubicBezTo>
                  <a:pt x="9002746" y="2060654"/>
                  <a:pt x="8368242" y="2582157"/>
                  <a:pt x="8147265" y="3063993"/>
                </a:cubicBezTo>
                <a:cubicBezTo>
                  <a:pt x="7926289" y="3545828"/>
                  <a:pt x="7781925" y="4115955"/>
                  <a:pt x="8190803" y="4735422"/>
                </a:cubicBezTo>
                <a:close/>
              </a:path>
            </a:pathLst>
          </a:custGeom>
          <a:solidFill>
            <a:schemeClr val="tx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15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C85FFC0-C72F-F900-5CFF-B84179718FA0}"/>
              </a:ext>
            </a:extLst>
          </p:cNvPr>
          <p:cNvSpPr/>
          <p:nvPr/>
        </p:nvSpPr>
        <p:spPr>
          <a:xfrm rot="2224783">
            <a:off x="3460161" y="6163445"/>
            <a:ext cx="1518870" cy="701868"/>
          </a:xfrm>
          <a:custGeom>
            <a:avLst/>
            <a:gdLst>
              <a:gd name="connsiteX0" fmla="*/ 0 w 1518870"/>
              <a:gd name="connsiteY0" fmla="*/ 37648 h 701868"/>
              <a:gd name="connsiteX1" fmla="*/ 303252 w 1518870"/>
              <a:gd name="connsiteY1" fmla="*/ 0 h 701868"/>
              <a:gd name="connsiteX2" fmla="*/ 312983 w 1518870"/>
              <a:gd name="connsiteY2" fmla="*/ 64029 h 701868"/>
              <a:gd name="connsiteX3" fmla="*/ 569092 w 1518870"/>
              <a:gd name="connsiteY3" fmla="*/ 344065 h 701868"/>
              <a:gd name="connsiteX4" fmla="*/ 945952 w 1518870"/>
              <a:gd name="connsiteY4" fmla="*/ 345461 h 701868"/>
              <a:gd name="connsiteX5" fmla="*/ 1122743 w 1518870"/>
              <a:gd name="connsiteY5" fmla="*/ 215368 h 701868"/>
              <a:gd name="connsiteX6" fmla="*/ 1167260 w 1518870"/>
              <a:gd name="connsiteY6" fmla="*/ 10709 h 701868"/>
              <a:gd name="connsiteX7" fmla="*/ 1518870 w 1518870"/>
              <a:gd name="connsiteY7" fmla="*/ 17669 h 701868"/>
              <a:gd name="connsiteX8" fmla="*/ 1468399 w 1518870"/>
              <a:gd name="connsiteY8" fmla="*/ 228933 h 701868"/>
              <a:gd name="connsiteX9" fmla="*/ 1457666 w 1518870"/>
              <a:gd name="connsiteY9" fmla="*/ 253966 h 701868"/>
              <a:gd name="connsiteX10" fmla="*/ 875969 w 1518870"/>
              <a:gd name="connsiteY10" fmla="*/ 693577 h 701868"/>
              <a:gd name="connsiteX11" fmla="*/ 791461 w 1518870"/>
              <a:gd name="connsiteY11" fmla="*/ 701224 h 701868"/>
              <a:gd name="connsiteX12" fmla="*/ 368779 w 1518870"/>
              <a:gd name="connsiteY12" fmla="*/ 625445 h 701868"/>
              <a:gd name="connsiteX13" fmla="*/ 61659 w 1518870"/>
              <a:gd name="connsiteY13" fmla="*/ 265426 h 701868"/>
              <a:gd name="connsiteX14" fmla="*/ 0 w 1518870"/>
              <a:gd name="connsiteY14" fmla="*/ 37648 h 701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18870" h="701868">
                <a:moveTo>
                  <a:pt x="0" y="37648"/>
                </a:moveTo>
                <a:lnTo>
                  <a:pt x="303252" y="0"/>
                </a:lnTo>
                <a:lnTo>
                  <a:pt x="312983" y="64029"/>
                </a:lnTo>
                <a:cubicBezTo>
                  <a:pt x="338033" y="198934"/>
                  <a:pt x="463598" y="297160"/>
                  <a:pt x="569092" y="344065"/>
                </a:cubicBezTo>
                <a:cubicBezTo>
                  <a:pt x="674587" y="390971"/>
                  <a:pt x="834572" y="380155"/>
                  <a:pt x="945952" y="345461"/>
                </a:cubicBezTo>
                <a:cubicBezTo>
                  <a:pt x="1008106" y="301868"/>
                  <a:pt x="1085531" y="268541"/>
                  <a:pt x="1122743" y="215368"/>
                </a:cubicBezTo>
                <a:cubicBezTo>
                  <a:pt x="1154385" y="149614"/>
                  <a:pt x="1175758" y="73970"/>
                  <a:pt x="1167260" y="10709"/>
                </a:cubicBezTo>
                <a:lnTo>
                  <a:pt x="1518870" y="17669"/>
                </a:lnTo>
                <a:cubicBezTo>
                  <a:pt x="1514499" y="60264"/>
                  <a:pt x="1500988" y="139585"/>
                  <a:pt x="1468399" y="228933"/>
                </a:cubicBezTo>
                <a:lnTo>
                  <a:pt x="1457666" y="253966"/>
                </a:lnTo>
                <a:lnTo>
                  <a:pt x="875969" y="693577"/>
                </a:lnTo>
                <a:lnTo>
                  <a:pt x="791461" y="701224"/>
                </a:lnTo>
                <a:cubicBezTo>
                  <a:pt x="626165" y="707270"/>
                  <a:pt x="476661" y="669904"/>
                  <a:pt x="368779" y="625445"/>
                </a:cubicBezTo>
                <a:cubicBezTo>
                  <a:pt x="201773" y="535717"/>
                  <a:pt x="123122" y="363392"/>
                  <a:pt x="61659" y="265426"/>
                </a:cubicBezTo>
                <a:cubicBezTo>
                  <a:pt x="196" y="167459"/>
                  <a:pt x="6392" y="101343"/>
                  <a:pt x="0" y="376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5C79B494-291B-B728-22C2-A04C8813E221}"/>
              </a:ext>
            </a:extLst>
          </p:cNvPr>
          <p:cNvSpPr/>
          <p:nvPr/>
        </p:nvSpPr>
        <p:spPr>
          <a:xfrm rot="21274765">
            <a:off x="331639" y="5073968"/>
            <a:ext cx="1519655" cy="144205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1EDA6F9-D626-7F1E-9068-182DE158B879}"/>
              </a:ext>
            </a:extLst>
          </p:cNvPr>
          <p:cNvSpPr/>
          <p:nvPr/>
        </p:nvSpPr>
        <p:spPr>
          <a:xfrm rot="1467941">
            <a:off x="8623787" y="5673711"/>
            <a:ext cx="617481" cy="1365896"/>
          </a:xfrm>
          <a:custGeom>
            <a:avLst/>
            <a:gdLst>
              <a:gd name="connsiteX0" fmla="*/ 2202 w 617481"/>
              <a:gd name="connsiteY0" fmla="*/ 0 h 1365896"/>
              <a:gd name="connsiteX1" fmla="*/ 615043 w 617481"/>
              <a:gd name="connsiteY1" fmla="*/ 2920 h 1365896"/>
              <a:gd name="connsiteX2" fmla="*/ 613971 w 617481"/>
              <a:gd name="connsiteY2" fmla="*/ 871557 h 1365896"/>
              <a:gd name="connsiteX3" fmla="*/ 613818 w 617481"/>
              <a:gd name="connsiteY3" fmla="*/ 1094934 h 1365896"/>
              <a:gd name="connsiteX4" fmla="*/ 18300 w 617481"/>
              <a:gd name="connsiteY4" fmla="*/ 1365896 h 1365896"/>
              <a:gd name="connsiteX5" fmla="*/ 17300 w 617481"/>
              <a:gd name="connsiteY5" fmla="*/ 1331318 h 1365896"/>
              <a:gd name="connsiteX6" fmla="*/ 5567 w 617481"/>
              <a:gd name="connsiteY6" fmla="*/ 610848 h 1365896"/>
              <a:gd name="connsiteX7" fmla="*/ 2202 w 617481"/>
              <a:gd name="connsiteY7" fmla="*/ 0 h 136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7481" h="1365896">
                <a:moveTo>
                  <a:pt x="2202" y="0"/>
                </a:moveTo>
                <a:lnTo>
                  <a:pt x="615043" y="2920"/>
                </a:lnTo>
                <a:cubicBezTo>
                  <a:pt x="622245" y="16997"/>
                  <a:pt x="610894" y="627629"/>
                  <a:pt x="613971" y="871557"/>
                </a:cubicBezTo>
                <a:lnTo>
                  <a:pt x="613818" y="1094934"/>
                </a:lnTo>
                <a:lnTo>
                  <a:pt x="18300" y="1365896"/>
                </a:lnTo>
                <a:lnTo>
                  <a:pt x="17300" y="1331318"/>
                </a:lnTo>
                <a:cubicBezTo>
                  <a:pt x="10777" y="1061317"/>
                  <a:pt x="9486" y="776926"/>
                  <a:pt x="5567" y="610848"/>
                </a:cubicBezTo>
                <a:cubicBezTo>
                  <a:pt x="1449" y="373868"/>
                  <a:pt x="-2652" y="175470"/>
                  <a:pt x="220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sosceles Triangle 2">
            <a:extLst>
              <a:ext uri="{FF2B5EF4-FFF2-40B4-BE49-F238E27FC236}">
                <a16:creationId xmlns:a16="http://schemas.microsoft.com/office/drawing/2014/main" id="{A5863C22-1CC1-75C0-6215-0F40FA296272}"/>
              </a:ext>
            </a:extLst>
          </p:cNvPr>
          <p:cNvSpPr/>
          <p:nvPr/>
        </p:nvSpPr>
        <p:spPr>
          <a:xfrm rot="1025276">
            <a:off x="1497091" y="3148569"/>
            <a:ext cx="1266102" cy="1141596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0E2B8178-BE8F-880E-D752-724082F4161B}"/>
              </a:ext>
            </a:extLst>
          </p:cNvPr>
          <p:cNvSpPr/>
          <p:nvPr/>
        </p:nvSpPr>
        <p:spPr>
          <a:xfrm rot="15264538">
            <a:off x="10090562" y="3888117"/>
            <a:ext cx="1231246" cy="124049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5AD7C05-D49D-B531-DDC8-D946DE455494}"/>
              </a:ext>
            </a:extLst>
          </p:cNvPr>
          <p:cNvSpPr/>
          <p:nvPr/>
        </p:nvSpPr>
        <p:spPr>
          <a:xfrm rot="1588828">
            <a:off x="2210220" y="500078"/>
            <a:ext cx="1421719" cy="6936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 17">
            <a:extLst>
              <a:ext uri="{FF2B5EF4-FFF2-40B4-BE49-F238E27FC236}">
                <a16:creationId xmlns:a16="http://schemas.microsoft.com/office/drawing/2014/main" id="{5C559778-C467-990D-8502-F365F2214034}"/>
              </a:ext>
            </a:extLst>
          </p:cNvPr>
          <p:cNvSpPr/>
          <p:nvPr/>
        </p:nvSpPr>
        <p:spPr>
          <a:xfrm rot="18749635" flipH="1">
            <a:off x="10246917" y="837086"/>
            <a:ext cx="1186677" cy="1024181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54958E-645E-B6CF-370B-2EDD2064B066}"/>
              </a:ext>
            </a:extLst>
          </p:cNvPr>
          <p:cNvSpPr/>
          <p:nvPr/>
        </p:nvSpPr>
        <p:spPr>
          <a:xfrm rot="2913124">
            <a:off x="-144485" y="1340695"/>
            <a:ext cx="1103812" cy="1086017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EED3D5A-A101-980D-FA2C-40E1FD3410BE}"/>
              </a:ext>
            </a:extLst>
          </p:cNvPr>
          <p:cNvSpPr/>
          <p:nvPr/>
        </p:nvSpPr>
        <p:spPr>
          <a:xfrm rot="10281995">
            <a:off x="7991797" y="51988"/>
            <a:ext cx="976375" cy="910784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5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9CF005CF-205E-3608-F581-10406FA6EC17}"/>
              </a:ext>
            </a:extLst>
          </p:cNvPr>
          <p:cNvSpPr/>
          <p:nvPr/>
        </p:nvSpPr>
        <p:spPr>
          <a:xfrm rot="2011926">
            <a:off x="8444242" y="5591564"/>
            <a:ext cx="1034517" cy="1675605"/>
          </a:xfrm>
          <a:custGeom>
            <a:avLst/>
            <a:gdLst>
              <a:gd name="connsiteX0" fmla="*/ 3689 w 1034517"/>
              <a:gd name="connsiteY0" fmla="*/ 0 h 1675605"/>
              <a:gd name="connsiteX1" fmla="*/ 1030432 w 1034517"/>
              <a:gd name="connsiteY1" fmla="*/ 3677 h 1675605"/>
              <a:gd name="connsiteX2" fmla="*/ 1027730 w 1034517"/>
              <a:gd name="connsiteY2" fmla="*/ 963081 h 1675605"/>
              <a:gd name="connsiteX3" fmla="*/ 1027878 w 1034517"/>
              <a:gd name="connsiteY3" fmla="*/ 1013630 h 1675605"/>
              <a:gd name="connsiteX4" fmla="*/ 28960 w 1034517"/>
              <a:gd name="connsiteY4" fmla="*/ 1675605 h 1675605"/>
              <a:gd name="connsiteX5" fmla="*/ 22225 w 1034517"/>
              <a:gd name="connsiteY5" fmla="*/ 1420730 h 1675605"/>
              <a:gd name="connsiteX6" fmla="*/ 9327 w 1034517"/>
              <a:gd name="connsiteY6" fmla="*/ 769240 h 1675605"/>
              <a:gd name="connsiteX7" fmla="*/ 3689 w 1034517"/>
              <a:gd name="connsiteY7" fmla="*/ 0 h 167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4517" h="1675605">
                <a:moveTo>
                  <a:pt x="3689" y="0"/>
                </a:moveTo>
                <a:lnTo>
                  <a:pt x="1030432" y="3677"/>
                </a:lnTo>
                <a:cubicBezTo>
                  <a:pt x="1040991" y="19188"/>
                  <a:pt x="1027750" y="609868"/>
                  <a:pt x="1027730" y="963081"/>
                </a:cubicBezTo>
                <a:lnTo>
                  <a:pt x="1027878" y="1013630"/>
                </a:lnTo>
                <a:lnTo>
                  <a:pt x="28960" y="1675605"/>
                </a:lnTo>
                <a:lnTo>
                  <a:pt x="22225" y="1420730"/>
                </a:lnTo>
                <a:cubicBezTo>
                  <a:pt x="16698" y="1166759"/>
                  <a:pt x="14251" y="926095"/>
                  <a:pt x="9327" y="769240"/>
                </a:cubicBezTo>
                <a:cubicBezTo>
                  <a:pt x="2428" y="470811"/>
                  <a:pt x="-4444" y="220969"/>
                  <a:pt x="3689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9B99026-428B-6924-9AE4-8C05B0563881}"/>
              </a:ext>
            </a:extLst>
          </p:cNvPr>
          <p:cNvSpPr/>
          <p:nvPr/>
        </p:nvSpPr>
        <p:spPr>
          <a:xfrm rot="2913124">
            <a:off x="2682275" y="5364442"/>
            <a:ext cx="1717203" cy="1697039"/>
          </a:xfrm>
          <a:custGeom>
            <a:avLst/>
            <a:gdLst>
              <a:gd name="connsiteX0" fmla="*/ 299160 w 1717203"/>
              <a:gd name="connsiteY0" fmla="*/ 205772 h 1697039"/>
              <a:gd name="connsiteX1" fmla="*/ 794372 w 1717203"/>
              <a:gd name="connsiteY1" fmla="*/ 213 h 1697039"/>
              <a:gd name="connsiteX2" fmla="*/ 1481443 w 1717203"/>
              <a:gd name="connsiteY2" fmla="*/ 228650 h 1697039"/>
              <a:gd name="connsiteX3" fmla="*/ 1713706 w 1717203"/>
              <a:gd name="connsiteY3" fmla="*/ 766609 h 1697039"/>
              <a:gd name="connsiteX4" fmla="*/ 1717203 w 1717203"/>
              <a:gd name="connsiteY4" fmla="*/ 850736 h 1697039"/>
              <a:gd name="connsiteX5" fmla="*/ 993858 w 1717203"/>
              <a:gd name="connsiteY5" fmla="*/ 1669827 h 1697039"/>
              <a:gd name="connsiteX6" fmla="*/ 934806 w 1717203"/>
              <a:gd name="connsiteY6" fmla="*/ 1684818 h 1697039"/>
              <a:gd name="connsiteX7" fmla="*/ 706772 w 1717203"/>
              <a:gd name="connsiteY7" fmla="*/ 1689826 h 1697039"/>
              <a:gd name="connsiteX8" fmla="*/ 6695 w 1717203"/>
              <a:gd name="connsiteY8" fmla="*/ 913575 h 1697039"/>
              <a:gd name="connsiteX9" fmla="*/ 255062 w 1717203"/>
              <a:gd name="connsiteY9" fmla="*/ 259118 h 1697039"/>
              <a:gd name="connsiteX10" fmla="*/ 299160 w 1717203"/>
              <a:gd name="connsiteY10" fmla="*/ 205772 h 16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7203" h="1697039">
                <a:moveTo>
                  <a:pt x="299160" y="205772"/>
                </a:moveTo>
                <a:cubicBezTo>
                  <a:pt x="414905" y="86401"/>
                  <a:pt x="615524" y="4657"/>
                  <a:pt x="794372" y="213"/>
                </a:cubicBezTo>
                <a:cubicBezTo>
                  <a:pt x="998768" y="-4865"/>
                  <a:pt x="1333660" y="80867"/>
                  <a:pt x="1481443" y="228650"/>
                </a:cubicBezTo>
                <a:cubicBezTo>
                  <a:pt x="1573807" y="321015"/>
                  <a:pt x="1685825" y="535804"/>
                  <a:pt x="1713706" y="766609"/>
                </a:cubicBezTo>
                <a:lnTo>
                  <a:pt x="1717203" y="850736"/>
                </a:lnTo>
                <a:lnTo>
                  <a:pt x="993858" y="1669827"/>
                </a:lnTo>
                <a:lnTo>
                  <a:pt x="934806" y="1684818"/>
                </a:lnTo>
                <a:cubicBezTo>
                  <a:pt x="852938" y="1699378"/>
                  <a:pt x="775269" y="1700776"/>
                  <a:pt x="706772" y="1689826"/>
                </a:cubicBezTo>
                <a:cubicBezTo>
                  <a:pt x="432788" y="1646027"/>
                  <a:pt x="51512" y="1273903"/>
                  <a:pt x="6695" y="913575"/>
                </a:cubicBezTo>
                <a:cubicBezTo>
                  <a:pt x="-38121" y="553247"/>
                  <a:pt x="152982" y="406902"/>
                  <a:pt x="255062" y="259118"/>
                </a:cubicBezTo>
                <a:cubicBezTo>
                  <a:pt x="267822" y="240645"/>
                  <a:pt x="282625" y="222824"/>
                  <a:pt x="299160" y="2057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8043" y="1774475"/>
            <a:ext cx="4635914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596" y="3528007"/>
            <a:ext cx="3752808" cy="1740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457200" indent="0" algn="ctr">
              <a:buNone/>
              <a:defRPr lang="en-US" dirty="0"/>
            </a:lvl2pPr>
            <a:lvl3pPr marL="914400" indent="0" algn="ctr">
              <a:buNone/>
              <a:defRPr lang="en-US" dirty="0"/>
            </a:lvl3pPr>
            <a:lvl4pPr marL="1371600" indent="0" algn="ctr">
              <a:buNone/>
              <a:defRPr lang="en-US" dirty="0"/>
            </a:lvl4pPr>
            <a:lvl5pPr marL="18288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Isosceles Triangle 2">
            <a:extLst>
              <a:ext uri="{FF2B5EF4-FFF2-40B4-BE49-F238E27FC236}">
                <a16:creationId xmlns:a16="http://schemas.microsoft.com/office/drawing/2014/main" id="{F3801517-0438-91C0-DC4F-9185AEDDBD2E}"/>
              </a:ext>
            </a:extLst>
          </p:cNvPr>
          <p:cNvSpPr/>
          <p:nvPr/>
        </p:nvSpPr>
        <p:spPr>
          <a:xfrm rot="451832">
            <a:off x="889855" y="1922711"/>
            <a:ext cx="1860149" cy="1677021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  <a:gd name="connsiteX0" fmla="*/ 0 w 1262004"/>
              <a:gd name="connsiteY0" fmla="*/ 1006208 h 1137762"/>
              <a:gd name="connsiteX1" fmla="*/ 622138 w 1262004"/>
              <a:gd name="connsiteY1" fmla="*/ 83701 h 1137762"/>
              <a:gd name="connsiteX2" fmla="*/ 763837 w 1262004"/>
              <a:gd name="connsiteY2" fmla="*/ 85866 h 1137762"/>
              <a:gd name="connsiteX3" fmla="*/ 1217518 w 1262004"/>
              <a:gd name="connsiteY3" fmla="*/ 1005533 h 1137762"/>
              <a:gd name="connsiteX4" fmla="*/ 1255895 w 1262004"/>
              <a:gd name="connsiteY4" fmla="*/ 1136587 h 1137762"/>
              <a:gd name="connsiteX5" fmla="*/ 0 w 1262004"/>
              <a:gd name="connsiteY5" fmla="*/ 1006208 h 1137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762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52845" y="1036185"/>
                  <a:pt x="0" y="100620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7 Points 2">
            <a:extLst>
              <a:ext uri="{FF2B5EF4-FFF2-40B4-BE49-F238E27FC236}">
                <a16:creationId xmlns:a16="http://schemas.microsoft.com/office/drawing/2014/main" id="{8B17EF5E-106A-365E-16C3-D138375CA313}"/>
              </a:ext>
            </a:extLst>
          </p:cNvPr>
          <p:cNvSpPr/>
          <p:nvPr/>
        </p:nvSpPr>
        <p:spPr>
          <a:xfrm rot="15264538">
            <a:off x="9707164" y="2759530"/>
            <a:ext cx="1945019" cy="1959622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0AAB5A3-76EE-DC42-7343-4B94AE43765A}"/>
              </a:ext>
            </a:extLst>
          </p:cNvPr>
          <p:cNvSpPr/>
          <p:nvPr/>
        </p:nvSpPr>
        <p:spPr>
          <a:xfrm rot="1588828">
            <a:off x="1908058" y="83474"/>
            <a:ext cx="2147316" cy="1093247"/>
          </a:xfrm>
          <a:custGeom>
            <a:avLst/>
            <a:gdLst>
              <a:gd name="connsiteX0" fmla="*/ 0 w 2147316"/>
              <a:gd name="connsiteY0" fmla="*/ 381534 h 1093247"/>
              <a:gd name="connsiteX1" fmla="*/ 765892 w 2147316"/>
              <a:gd name="connsiteY1" fmla="*/ 0 h 1093247"/>
              <a:gd name="connsiteX2" fmla="*/ 1016583 w 2147316"/>
              <a:gd name="connsiteY2" fmla="*/ 1225 h 1093247"/>
              <a:gd name="connsiteX3" fmla="*/ 2138294 w 2147316"/>
              <a:gd name="connsiteY3" fmla="*/ 21391 h 1093247"/>
              <a:gd name="connsiteX4" fmla="*/ 2060364 w 2147316"/>
              <a:gd name="connsiteY4" fmla="*/ 514248 h 1093247"/>
              <a:gd name="connsiteX5" fmla="*/ 1411873 w 2147316"/>
              <a:gd name="connsiteY5" fmla="*/ 1071370 h 1093247"/>
              <a:gd name="connsiteX6" fmla="*/ 461413 w 2147316"/>
              <a:gd name="connsiteY6" fmla="*/ 987933 h 1093247"/>
              <a:gd name="connsiteX7" fmla="*/ 15866 w 2147316"/>
              <a:gd name="connsiteY7" fmla="*/ 411100 h 109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7316" h="1093247">
                <a:moveTo>
                  <a:pt x="0" y="381534"/>
                </a:moveTo>
                <a:lnTo>
                  <a:pt x="765892" y="0"/>
                </a:lnTo>
                <a:lnTo>
                  <a:pt x="1016583" y="1225"/>
                </a:lnTo>
                <a:cubicBezTo>
                  <a:pt x="1390487" y="7947"/>
                  <a:pt x="1765479" y="21201"/>
                  <a:pt x="2138294" y="21391"/>
                </a:cubicBezTo>
                <a:cubicBezTo>
                  <a:pt x="2164586" y="26909"/>
                  <a:pt x="2131858" y="353328"/>
                  <a:pt x="2060364" y="514248"/>
                </a:cubicBezTo>
                <a:cubicBezTo>
                  <a:pt x="1949454" y="736415"/>
                  <a:pt x="1690702" y="967023"/>
                  <a:pt x="1411873" y="1071370"/>
                </a:cubicBezTo>
                <a:cubicBezTo>
                  <a:pt x="1168454" y="1119284"/>
                  <a:pt x="739434" y="1087184"/>
                  <a:pt x="461413" y="987933"/>
                </a:cubicBezTo>
                <a:cubicBezTo>
                  <a:pt x="234037" y="874004"/>
                  <a:pt x="106680" y="588693"/>
                  <a:pt x="15866" y="41110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7D62F9E-954A-F498-C3B8-806843BFACC1}"/>
              </a:ext>
            </a:extLst>
          </p:cNvPr>
          <p:cNvSpPr/>
          <p:nvPr/>
        </p:nvSpPr>
        <p:spPr>
          <a:xfrm rot="18923913" flipH="1">
            <a:off x="8932605" y="-272143"/>
            <a:ext cx="1708393" cy="1617915"/>
          </a:xfrm>
          <a:custGeom>
            <a:avLst/>
            <a:gdLst>
              <a:gd name="connsiteX0" fmla="*/ 458444 w 1708393"/>
              <a:gd name="connsiteY0" fmla="*/ 445297 h 1617915"/>
              <a:gd name="connsiteX1" fmla="*/ 0 w 1708393"/>
              <a:gd name="connsiteY1" fmla="*/ 897408 h 1617915"/>
              <a:gd name="connsiteX2" fmla="*/ 32484 w 1708393"/>
              <a:gd name="connsiteY2" fmla="*/ 1019322 h 1617915"/>
              <a:gd name="connsiteX3" fmla="*/ 114482 w 1708393"/>
              <a:gd name="connsiteY3" fmla="*/ 1281679 h 1617915"/>
              <a:gd name="connsiteX4" fmla="*/ 401112 w 1708393"/>
              <a:gd name="connsiteY4" fmla="*/ 1542836 h 1617915"/>
              <a:gd name="connsiteX5" fmla="*/ 920514 w 1708393"/>
              <a:gd name="connsiteY5" fmla="*/ 1617771 h 1617915"/>
              <a:gd name="connsiteX6" fmla="*/ 1469173 w 1708393"/>
              <a:gd name="connsiteY6" fmla="*/ 1445032 h 1617915"/>
              <a:gd name="connsiteX7" fmla="*/ 1687783 w 1708393"/>
              <a:gd name="connsiteY7" fmla="*/ 75197 h 1617915"/>
              <a:gd name="connsiteX8" fmla="*/ 1686622 w 1708393"/>
              <a:gd name="connsiteY8" fmla="*/ 0 h 1617915"/>
              <a:gd name="connsiteX9" fmla="*/ 1176080 w 1708393"/>
              <a:gd name="connsiteY9" fmla="*/ 0 h 1617915"/>
              <a:gd name="connsiteX10" fmla="*/ 1209541 w 1708393"/>
              <a:gd name="connsiteY10" fmla="*/ 442274 h 1617915"/>
              <a:gd name="connsiteX11" fmla="*/ 1159667 w 1708393"/>
              <a:gd name="connsiteY11" fmla="*/ 972905 h 1617915"/>
              <a:gd name="connsiteX12" fmla="*/ 615657 w 1708393"/>
              <a:gd name="connsiteY12" fmla="*/ 956852 h 1617915"/>
              <a:gd name="connsiteX13" fmla="*/ 467832 w 1708393"/>
              <a:gd name="connsiteY13" fmla="*/ 499217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08393" h="1617915">
                <a:moveTo>
                  <a:pt x="458444" y="445297"/>
                </a:moveTo>
                <a:lnTo>
                  <a:pt x="0" y="897408"/>
                </a:lnTo>
                <a:lnTo>
                  <a:pt x="32484" y="1019322"/>
                </a:lnTo>
                <a:cubicBezTo>
                  <a:pt x="62259" y="1125763"/>
                  <a:pt x="90843" y="1217394"/>
                  <a:pt x="114482" y="1281679"/>
                </a:cubicBezTo>
                <a:cubicBezTo>
                  <a:pt x="190954" y="1433099"/>
                  <a:pt x="224952" y="1492929"/>
                  <a:pt x="401112" y="1542836"/>
                </a:cubicBezTo>
                <a:cubicBezTo>
                  <a:pt x="571913" y="1596462"/>
                  <a:pt x="738609" y="1620006"/>
                  <a:pt x="920514" y="1617771"/>
                </a:cubicBezTo>
                <a:cubicBezTo>
                  <a:pt x="1102419" y="1615535"/>
                  <a:pt x="1299532" y="1587519"/>
                  <a:pt x="1469173" y="1445032"/>
                </a:cubicBezTo>
                <a:cubicBezTo>
                  <a:pt x="1788974" y="1161392"/>
                  <a:pt x="1700166" y="489669"/>
                  <a:pt x="1687783" y="75197"/>
                </a:cubicBezTo>
                <a:lnTo>
                  <a:pt x="1686622" y="0"/>
                </a:lnTo>
                <a:lnTo>
                  <a:pt x="1176080" y="0"/>
                </a:lnTo>
                <a:lnTo>
                  <a:pt x="1209541" y="442274"/>
                </a:lnTo>
                <a:cubicBezTo>
                  <a:pt x="1219387" y="630226"/>
                  <a:pt x="1235003" y="863873"/>
                  <a:pt x="1159667" y="972905"/>
                </a:cubicBezTo>
                <a:cubicBezTo>
                  <a:pt x="1024664" y="1059678"/>
                  <a:pt x="744198" y="1119003"/>
                  <a:pt x="615657" y="956852"/>
                </a:cubicBezTo>
                <a:cubicBezTo>
                  <a:pt x="551387" y="875776"/>
                  <a:pt x="503909" y="690961"/>
                  <a:pt x="467832" y="4992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C82F90C-89C5-2E98-6405-F3170F2DAE3C}"/>
              </a:ext>
            </a:extLst>
          </p:cNvPr>
          <p:cNvSpPr/>
          <p:nvPr/>
        </p:nvSpPr>
        <p:spPr>
          <a:xfrm rot="16588822">
            <a:off x="-424207" y="4425598"/>
            <a:ext cx="2194164" cy="1521369"/>
          </a:xfrm>
          <a:custGeom>
            <a:avLst/>
            <a:gdLst>
              <a:gd name="connsiteX0" fmla="*/ 2261800 w 2261840"/>
              <a:gd name="connsiteY0" fmla="*/ 406917 h 1568294"/>
              <a:gd name="connsiteX1" fmla="*/ 1712689 w 2261840"/>
              <a:gd name="connsiteY1" fmla="*/ 626077 h 1568294"/>
              <a:gd name="connsiteX2" fmla="*/ 2140288 w 2261840"/>
              <a:gd name="connsiteY2" fmla="*/ 1171730 h 1568294"/>
              <a:gd name="connsiteX3" fmla="*/ 1484629 w 2261840"/>
              <a:gd name="connsiteY3" fmla="*/ 932788 h 1568294"/>
              <a:gd name="connsiteX4" fmla="*/ 1411449 w 2261840"/>
              <a:gd name="connsiteY4" fmla="*/ 1567622 h 1568294"/>
              <a:gd name="connsiteX5" fmla="*/ 1073599 w 2261840"/>
              <a:gd name="connsiteY5" fmla="*/ 1046774 h 1568294"/>
              <a:gd name="connsiteX6" fmla="*/ 484488 w 2261840"/>
              <a:gd name="connsiteY6" fmla="*/ 1380389 h 1568294"/>
              <a:gd name="connsiteX7" fmla="*/ 699196 w 2261840"/>
              <a:gd name="connsiteY7" fmla="*/ 705041 h 1568294"/>
              <a:gd name="connsiteX8" fmla="*/ 0 w 2261840"/>
              <a:gd name="connsiteY8" fmla="*/ 653887 h 1568294"/>
              <a:gd name="connsiteX9" fmla="*/ 714983 w 2261840"/>
              <a:gd name="connsiteY9" fmla="*/ 310486 h 1568294"/>
              <a:gd name="connsiteX10" fmla="*/ 597383 w 2261840"/>
              <a:gd name="connsiteY10" fmla="*/ 178346 h 1568294"/>
              <a:gd name="connsiteX11" fmla="*/ 570720 w 2261840"/>
              <a:gd name="connsiteY11" fmla="*/ 150959 h 1568294"/>
              <a:gd name="connsiteX12" fmla="*/ 1406681 w 2261840"/>
              <a:gd name="connsiteY12" fmla="*/ 56003 h 1568294"/>
              <a:gd name="connsiteX13" fmla="*/ 1409998 w 2261840"/>
              <a:gd name="connsiteY13" fmla="*/ 70006 h 1568294"/>
              <a:gd name="connsiteX14" fmla="*/ 1440462 w 2261840"/>
              <a:gd name="connsiteY14" fmla="*/ 52166 h 1568294"/>
              <a:gd name="connsiteX15" fmla="*/ 1899722 w 2261840"/>
              <a:gd name="connsiteY15" fmla="*/ 0 h 1568294"/>
              <a:gd name="connsiteX16" fmla="*/ 1894052 w 2261840"/>
              <a:gd name="connsiteY16" fmla="*/ 8558 h 1568294"/>
              <a:gd name="connsiteX17" fmla="*/ 1738863 w 2261840"/>
              <a:gd name="connsiteY17" fmla="*/ 255442 h 1568294"/>
              <a:gd name="connsiteX18" fmla="*/ 2261800 w 2261840"/>
              <a:gd name="connsiteY18" fmla="*/ 406917 h 1568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261840" h="1568294">
                <a:moveTo>
                  <a:pt x="2261800" y="406917"/>
                </a:moveTo>
                <a:cubicBezTo>
                  <a:pt x="2265936" y="472926"/>
                  <a:pt x="1951830" y="512975"/>
                  <a:pt x="1712689" y="626077"/>
                </a:cubicBezTo>
                <a:cubicBezTo>
                  <a:pt x="1798844" y="739393"/>
                  <a:pt x="2054988" y="1006011"/>
                  <a:pt x="2140288" y="1171730"/>
                </a:cubicBezTo>
                <a:cubicBezTo>
                  <a:pt x="2111516" y="1181913"/>
                  <a:pt x="1645202" y="982786"/>
                  <a:pt x="1484629" y="932788"/>
                </a:cubicBezTo>
                <a:cubicBezTo>
                  <a:pt x="1464072" y="1079114"/>
                  <a:pt x="1447280" y="1433597"/>
                  <a:pt x="1411449" y="1567622"/>
                </a:cubicBezTo>
                <a:cubicBezTo>
                  <a:pt x="1351033" y="1590116"/>
                  <a:pt x="1102088" y="1040425"/>
                  <a:pt x="1073599" y="1046774"/>
                </a:cubicBezTo>
                <a:cubicBezTo>
                  <a:pt x="1015360" y="1044144"/>
                  <a:pt x="548910" y="1443541"/>
                  <a:pt x="484488" y="1380389"/>
                </a:cubicBezTo>
                <a:cubicBezTo>
                  <a:pt x="517677" y="1158616"/>
                  <a:pt x="642493" y="909230"/>
                  <a:pt x="699196" y="705041"/>
                </a:cubicBezTo>
                <a:cubicBezTo>
                  <a:pt x="660190" y="671938"/>
                  <a:pt x="23067" y="717380"/>
                  <a:pt x="0" y="653887"/>
                </a:cubicBezTo>
                <a:cubicBezTo>
                  <a:pt x="186799" y="520873"/>
                  <a:pt x="520884" y="408210"/>
                  <a:pt x="714983" y="310486"/>
                </a:cubicBezTo>
                <a:cubicBezTo>
                  <a:pt x="689229" y="276263"/>
                  <a:pt x="646872" y="229950"/>
                  <a:pt x="597383" y="178346"/>
                </a:cubicBezTo>
                <a:lnTo>
                  <a:pt x="570720" y="150959"/>
                </a:lnTo>
                <a:lnTo>
                  <a:pt x="1406681" y="56003"/>
                </a:lnTo>
                <a:lnTo>
                  <a:pt x="1409998" y="70006"/>
                </a:lnTo>
                <a:lnTo>
                  <a:pt x="1440462" y="52166"/>
                </a:lnTo>
                <a:lnTo>
                  <a:pt x="1899722" y="0"/>
                </a:lnTo>
                <a:lnTo>
                  <a:pt x="1894052" y="8558"/>
                </a:lnTo>
                <a:lnTo>
                  <a:pt x="1738863" y="255442"/>
                </a:lnTo>
                <a:cubicBezTo>
                  <a:pt x="1786568" y="289619"/>
                  <a:pt x="2203503" y="359016"/>
                  <a:pt x="2261800" y="40691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0DB1FA-E977-E339-6323-760CD892E1CC}"/>
              </a:ext>
            </a:extLst>
          </p:cNvPr>
          <p:cNvGrpSpPr/>
          <p:nvPr/>
        </p:nvGrpSpPr>
        <p:grpSpPr>
          <a:xfrm rot="10991591" flipH="1">
            <a:off x="2847409" y="560672"/>
            <a:ext cx="645011" cy="276465"/>
            <a:chOff x="9017281" y="2382447"/>
            <a:chExt cx="707560" cy="30327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A64186A-E19A-A8F8-C1F0-6F5D0EFE40F8}"/>
                </a:ext>
              </a:extLst>
            </p:cNvPr>
            <p:cNvSpPr/>
            <p:nvPr/>
          </p:nvSpPr>
          <p:spPr>
            <a:xfrm rot="11328795" flipH="1" flipV="1">
              <a:off x="9017281" y="2390279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719F3AAA-C14D-FA36-350D-2C0FAFAD0148}"/>
                </a:ext>
              </a:extLst>
            </p:cNvPr>
            <p:cNvSpPr/>
            <p:nvPr/>
          </p:nvSpPr>
          <p:spPr>
            <a:xfrm rot="11328795" flipH="1" flipV="1">
              <a:off x="9122380" y="2397881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18B54A-AE2D-4A1E-7866-514FD593D1F7}"/>
                </a:ext>
              </a:extLst>
            </p:cNvPr>
            <p:cNvSpPr/>
            <p:nvPr/>
          </p:nvSpPr>
          <p:spPr>
            <a:xfrm rot="11328795" flipH="1" flipV="1">
              <a:off x="9467729" y="238244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8850C03A-ADC1-E2FE-A265-3BDB999064BC}"/>
                </a:ext>
              </a:extLst>
            </p:cNvPr>
            <p:cNvSpPr/>
            <p:nvPr/>
          </p:nvSpPr>
          <p:spPr>
            <a:xfrm rot="11328795" flipH="1" flipV="1">
              <a:off x="9574102" y="2390247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3BD0DC-98EE-B07B-8868-4135557553B5}"/>
              </a:ext>
            </a:extLst>
          </p:cNvPr>
          <p:cNvGrpSpPr/>
          <p:nvPr/>
        </p:nvGrpSpPr>
        <p:grpSpPr>
          <a:xfrm flipH="1">
            <a:off x="10431204" y="3517916"/>
            <a:ext cx="604535" cy="324056"/>
            <a:chOff x="5447388" y="3100610"/>
            <a:chExt cx="1500891" cy="80454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A870E85-9F4C-73A6-0899-B499B4C1D587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B66156F-54FC-77FF-9C78-29A74755B107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9847B55-B6EF-0195-AD9D-582E09AEF46B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88629DC-6A87-AF7E-6114-D79FEE57729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76FB776-4650-C66C-B0D8-85921C869276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C38C64-1574-F8B4-E162-918CB4121742}"/>
              </a:ext>
            </a:extLst>
          </p:cNvPr>
          <p:cNvGrpSpPr/>
          <p:nvPr/>
        </p:nvGrpSpPr>
        <p:grpSpPr>
          <a:xfrm rot="624441">
            <a:off x="1552131" y="2769855"/>
            <a:ext cx="409734" cy="334036"/>
            <a:chOff x="7443521" y="1453584"/>
            <a:chExt cx="575806" cy="46942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7210A82-8323-906F-1B32-2EE6123E27C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F4BEDC8-E15C-E818-191E-05747FD44BD0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082DD75-5E08-65AF-9782-9564CB100E43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2122F53-7604-F7D7-11D7-4B0D1317DCA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FEB2D8-8457-4CFD-BC27-698ABF59D302}"/>
              </a:ext>
            </a:extLst>
          </p:cNvPr>
          <p:cNvGrpSpPr/>
          <p:nvPr/>
        </p:nvGrpSpPr>
        <p:grpSpPr>
          <a:xfrm rot="20964336">
            <a:off x="3386613" y="5837325"/>
            <a:ext cx="537670" cy="501843"/>
            <a:chOff x="4481297" y="5447730"/>
            <a:chExt cx="537670" cy="50184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FD58BD9-F577-5B98-047D-10218FD162C0}"/>
                </a:ext>
              </a:extLst>
            </p:cNvPr>
            <p:cNvGrpSpPr/>
            <p:nvPr/>
          </p:nvGrpSpPr>
          <p:grpSpPr>
            <a:xfrm>
              <a:off x="4481297" y="5447730"/>
              <a:ext cx="537670" cy="271689"/>
              <a:chOff x="1162566" y="1754387"/>
              <a:chExt cx="619238" cy="312906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37B8284-ED29-10DC-D7C0-18CC12231548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757C033C-CDAB-215A-9CFD-42B79ED5BC28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655D9A6-9494-9FBA-D376-D1CED2ED49EC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C8F8A57-BD5D-44B9-876C-5F2949A92CD3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042AA7E-8310-5265-FA35-FBB439D2A5C7}"/>
                </a:ext>
              </a:extLst>
            </p:cNvPr>
            <p:cNvSpPr/>
            <p:nvPr/>
          </p:nvSpPr>
          <p:spPr>
            <a:xfrm rot="387385">
              <a:off x="4591430" y="5903854"/>
              <a:ext cx="363347" cy="4571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239"/>
                <a:gd name="connsiteY0" fmla="*/ 6914 h 6914"/>
                <a:gd name="connsiteX1" fmla="*/ 202239 w 202239"/>
                <a:gd name="connsiteY1" fmla="*/ 0 h 6914"/>
                <a:gd name="connsiteX0" fmla="*/ 0 w 8434"/>
                <a:gd name="connsiteY0" fmla="*/ 33765 h 33765"/>
                <a:gd name="connsiteX1" fmla="*/ 8434 w 8434"/>
                <a:gd name="connsiteY1" fmla="*/ 0 h 33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34" h="33765">
                  <a:moveTo>
                    <a:pt x="0" y="33765"/>
                  </a:moveTo>
                  <a:lnTo>
                    <a:pt x="8434" y="0"/>
                  </a:ln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404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99285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388" y="770769"/>
            <a:ext cx="5314380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8" y="2380036"/>
            <a:ext cx="5314380" cy="3302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538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BF2540-84D9-973F-172B-74D931BBA57D}"/>
              </a:ext>
            </a:extLst>
          </p:cNvPr>
          <p:cNvSpPr/>
          <p:nvPr/>
        </p:nvSpPr>
        <p:spPr>
          <a:xfrm rot="9437962" flipH="1" flipV="1">
            <a:off x="2298939" y="3794624"/>
            <a:ext cx="1806472" cy="159727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7E10CE6-E5F7-B29E-865D-6AFF5EE5C784}"/>
              </a:ext>
            </a:extLst>
          </p:cNvPr>
          <p:cNvSpPr/>
          <p:nvPr/>
        </p:nvSpPr>
        <p:spPr>
          <a:xfrm rot="11415393">
            <a:off x="927147" y="5177139"/>
            <a:ext cx="1645244" cy="153471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Star: 7 Points 2">
            <a:extLst>
              <a:ext uri="{FF2B5EF4-FFF2-40B4-BE49-F238E27FC236}">
                <a16:creationId xmlns:a16="http://schemas.microsoft.com/office/drawing/2014/main" id="{BFB8572E-A2A2-BD78-1FC4-A3371936E68D}"/>
              </a:ext>
            </a:extLst>
          </p:cNvPr>
          <p:cNvSpPr/>
          <p:nvPr/>
        </p:nvSpPr>
        <p:spPr>
          <a:xfrm rot="10800000">
            <a:off x="770989" y="2340450"/>
            <a:ext cx="2173849" cy="2062839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549170 w 5102527"/>
              <a:gd name="connsiteY2" fmla="*/ 961008 h 4841960"/>
              <a:gd name="connsiteX3" fmla="*/ 2180846 w 5102527"/>
              <a:gd name="connsiteY3" fmla="*/ 1484330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35786" y="1844717"/>
                  <a:pt x="612507" y="1152100"/>
                  <a:pt x="549170" y="961008"/>
                </a:cubicBezTo>
                <a:cubicBezTo>
                  <a:pt x="1068090" y="1049466"/>
                  <a:pt x="2084244" y="1465466"/>
                  <a:pt x="2180846" y="1484330"/>
                </a:cubicBezTo>
                <a:cubicBezTo>
                  <a:pt x="2349127" y="1263246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A38DC4-EF66-59C1-05E8-A3AAC54BA6E3}"/>
              </a:ext>
            </a:extLst>
          </p:cNvPr>
          <p:cNvGrpSpPr/>
          <p:nvPr/>
        </p:nvGrpSpPr>
        <p:grpSpPr>
          <a:xfrm rot="624441">
            <a:off x="1554384" y="3152416"/>
            <a:ext cx="395498" cy="322431"/>
            <a:chOff x="7443521" y="1453584"/>
            <a:chExt cx="575806" cy="46942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54DAE39-EB44-1474-EBFE-00AE4654E1EA}"/>
                </a:ext>
              </a:extLst>
            </p:cNvPr>
            <p:cNvGrpSpPr/>
            <p:nvPr/>
          </p:nvGrpSpPr>
          <p:grpSpPr>
            <a:xfrm>
              <a:off x="7443521" y="1453584"/>
              <a:ext cx="575806" cy="245719"/>
              <a:chOff x="7443521" y="1453584"/>
              <a:chExt cx="575806" cy="245719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DA4245F-0019-8474-6690-20BC9292426A}"/>
                  </a:ext>
                </a:extLst>
              </p:cNvPr>
              <p:cNvSpPr/>
              <p:nvPr/>
            </p:nvSpPr>
            <p:spPr>
              <a:xfrm rot="20842655" flipH="1">
                <a:off x="7443521" y="1546719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355FC5C-B4C9-C94D-0046-F14316FC0B9D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Freeform: Shape 30">
              <a:extLst>
                <a:ext uri="{FF2B5EF4-FFF2-40B4-BE49-F238E27FC236}">
                  <a16:creationId xmlns:a16="http://schemas.microsoft.com/office/drawing/2014/main" id="{0CE2E756-40D1-9ABD-08DE-B64A0C7A48CF}"/>
                </a:ext>
              </a:extLst>
            </p:cNvPr>
            <p:cNvSpPr/>
            <p:nvPr/>
          </p:nvSpPr>
          <p:spPr>
            <a:xfrm rot="21044464">
              <a:off x="7702877" y="1813170"/>
              <a:ext cx="242399" cy="10984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7F4DFE-478D-61BC-9E53-8E7CD84DF103}"/>
              </a:ext>
            </a:extLst>
          </p:cNvPr>
          <p:cNvGrpSpPr/>
          <p:nvPr/>
        </p:nvGrpSpPr>
        <p:grpSpPr>
          <a:xfrm>
            <a:off x="1474522" y="5812133"/>
            <a:ext cx="672886" cy="164624"/>
            <a:chOff x="8663598" y="4719110"/>
            <a:chExt cx="672886" cy="164624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77F3D104-CD81-FE19-BC45-D1BD8DC091CB}"/>
                </a:ext>
              </a:extLst>
            </p:cNvPr>
            <p:cNvSpPr/>
            <p:nvPr/>
          </p:nvSpPr>
          <p:spPr>
            <a:xfrm rot="5636109">
              <a:off x="9153364" y="470061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26">
              <a:extLst>
                <a:ext uri="{FF2B5EF4-FFF2-40B4-BE49-F238E27FC236}">
                  <a16:creationId xmlns:a16="http://schemas.microsoft.com/office/drawing/2014/main" id="{C5EB116A-8368-89D5-CA93-C7F38C42E4A0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Freeform: Shape 13">
            <a:extLst>
              <a:ext uri="{FF2B5EF4-FFF2-40B4-BE49-F238E27FC236}">
                <a16:creationId xmlns:a16="http://schemas.microsoft.com/office/drawing/2014/main" id="{EB7224F2-A751-1DF0-7DD4-01ACEE3E622B}"/>
              </a:ext>
            </a:extLst>
          </p:cNvPr>
          <p:cNvSpPr/>
          <p:nvPr/>
        </p:nvSpPr>
        <p:spPr>
          <a:xfrm rot="522784" flipH="1">
            <a:off x="1556256" y="6144372"/>
            <a:ext cx="412854" cy="9318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403" h="91665">
                <a:moveTo>
                  <a:pt x="0" y="6914"/>
                </a:moveTo>
                <a:cubicBezTo>
                  <a:pt x="4431" y="75571"/>
                  <a:pt x="73464" y="92764"/>
                  <a:pt x="107170" y="91612"/>
                </a:cubicBezTo>
                <a:cubicBezTo>
                  <a:pt x="140876" y="90460"/>
                  <a:pt x="206106" y="71366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0FF038-E2F9-97AD-7EBC-AA13AAB390DF}"/>
              </a:ext>
            </a:extLst>
          </p:cNvPr>
          <p:cNvGrpSpPr/>
          <p:nvPr/>
        </p:nvGrpSpPr>
        <p:grpSpPr>
          <a:xfrm rot="21022711">
            <a:off x="2859488" y="4407515"/>
            <a:ext cx="605923" cy="274808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1CEB61-89A2-C270-9B5E-13BC6B8325D7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26FA8B24-DB81-36AB-14DE-058FA02C83E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65DD46C-3157-C605-6FE0-4836446E269E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3">
              <a:extLst>
                <a:ext uri="{FF2B5EF4-FFF2-40B4-BE49-F238E27FC236}">
                  <a16:creationId xmlns:a16="http://schemas.microsoft.com/office/drawing/2014/main" id="{71D5F0C1-7C4B-0FB3-F896-CE6BC415E5C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B492B90A-FAFB-9E8D-A7CE-FEE9903CB1C3}"/>
              </a:ext>
            </a:extLst>
          </p:cNvPr>
          <p:cNvSpPr/>
          <p:nvPr/>
        </p:nvSpPr>
        <p:spPr>
          <a:xfrm rot="15815893" flipH="1">
            <a:off x="3155640" y="4756047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32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87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436" y="779913"/>
            <a:ext cx="6352118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436" y="2389180"/>
            <a:ext cx="6352119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1436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8572B5B-0703-9DFD-97BF-BEC263CF9BDB}"/>
              </a:ext>
            </a:extLst>
          </p:cNvPr>
          <p:cNvSpPr/>
          <p:nvPr/>
        </p:nvSpPr>
        <p:spPr>
          <a:xfrm rot="20893692">
            <a:off x="401440" y="4206858"/>
            <a:ext cx="2245912" cy="109584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E86DA35-E3AA-AA8C-64E2-DA9C4F30F469}"/>
              </a:ext>
            </a:extLst>
          </p:cNvPr>
          <p:cNvSpPr/>
          <p:nvPr/>
        </p:nvSpPr>
        <p:spPr>
          <a:xfrm rot="10800000" flipH="1">
            <a:off x="998860" y="5240085"/>
            <a:ext cx="1874613" cy="1617915"/>
          </a:xfrm>
          <a:custGeom>
            <a:avLst/>
            <a:gdLst>
              <a:gd name="connsiteX0" fmla="*/ 1102233 w 1874613"/>
              <a:gd name="connsiteY0" fmla="*/ 1641019 h 1641095"/>
              <a:gd name="connsiteX1" fmla="*/ 1635393 w 1874613"/>
              <a:gd name="connsiteY1" fmla="*/ 1445032 h 1641095"/>
              <a:gd name="connsiteX2" fmla="*/ 1854003 w 1874613"/>
              <a:gd name="connsiteY2" fmla="*/ 75197 h 1641095"/>
              <a:gd name="connsiteX3" fmla="*/ 1852842 w 1874613"/>
              <a:gd name="connsiteY3" fmla="*/ 0 h 1641095"/>
              <a:gd name="connsiteX4" fmla="*/ 1342300 w 1874613"/>
              <a:gd name="connsiteY4" fmla="*/ 0 h 1641095"/>
              <a:gd name="connsiteX5" fmla="*/ 1349545 w 1874613"/>
              <a:gd name="connsiteY5" fmla="*/ 99152 h 1641095"/>
              <a:gd name="connsiteX6" fmla="*/ 1364138 w 1874613"/>
              <a:gd name="connsiteY6" fmla="*/ 380280 h 1641095"/>
              <a:gd name="connsiteX7" fmla="*/ 1322012 w 1874613"/>
              <a:gd name="connsiteY7" fmla="*/ 945783 h 1641095"/>
              <a:gd name="connsiteX8" fmla="*/ 781877 w 1874613"/>
              <a:gd name="connsiteY8" fmla="*/ 956852 h 1641095"/>
              <a:gd name="connsiteX9" fmla="*/ 584484 w 1874613"/>
              <a:gd name="connsiteY9" fmla="*/ 245211 h 1641095"/>
              <a:gd name="connsiteX10" fmla="*/ 556852 w 1874613"/>
              <a:gd name="connsiteY10" fmla="*/ 14067 h 1641095"/>
              <a:gd name="connsiteX11" fmla="*/ 554641 w 1874613"/>
              <a:gd name="connsiteY11" fmla="*/ 0 h 1641095"/>
              <a:gd name="connsiteX12" fmla="*/ 0 w 1874613"/>
              <a:gd name="connsiteY12" fmla="*/ 0 h 1641095"/>
              <a:gd name="connsiteX13" fmla="*/ 13618 w 1874613"/>
              <a:gd name="connsiteY13" fmla="*/ 97647 h 1641095"/>
              <a:gd name="connsiteX14" fmla="*/ 108500 w 1874613"/>
              <a:gd name="connsiteY14" fmla="*/ 634315 h 1641095"/>
              <a:gd name="connsiteX15" fmla="*/ 280702 w 1874613"/>
              <a:gd name="connsiteY15" fmla="*/ 1281679 h 1641095"/>
              <a:gd name="connsiteX16" fmla="*/ 567332 w 1874613"/>
              <a:gd name="connsiteY16" fmla="*/ 1542836 h 1641095"/>
              <a:gd name="connsiteX17" fmla="*/ 1102233 w 1874613"/>
              <a:gd name="connsiteY17" fmla="*/ 1641019 h 164109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3618 w 1874613"/>
              <a:gd name="connsiteY13" fmla="*/ 97647 h 1617915"/>
              <a:gd name="connsiteX14" fmla="*/ 108500 w 1874613"/>
              <a:gd name="connsiteY14" fmla="*/ 634315 h 1617915"/>
              <a:gd name="connsiteX15" fmla="*/ 280702 w 1874613"/>
              <a:gd name="connsiteY15" fmla="*/ 1281679 h 1617915"/>
              <a:gd name="connsiteX16" fmla="*/ 567332 w 1874613"/>
              <a:gd name="connsiteY16" fmla="*/ 1542836 h 1617915"/>
              <a:gd name="connsiteX17" fmla="*/ 1086734 w 1874613"/>
              <a:gd name="connsiteY17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108500 w 1874613"/>
              <a:gd name="connsiteY13" fmla="*/ 634315 h 1617915"/>
              <a:gd name="connsiteX14" fmla="*/ 280702 w 1874613"/>
              <a:gd name="connsiteY14" fmla="*/ 1281679 h 1617915"/>
              <a:gd name="connsiteX15" fmla="*/ 567332 w 1874613"/>
              <a:gd name="connsiteY15" fmla="*/ 1542836 h 1617915"/>
              <a:gd name="connsiteX16" fmla="*/ 1086734 w 1874613"/>
              <a:gd name="connsiteY16" fmla="*/ 1617771 h 1617915"/>
              <a:gd name="connsiteX0" fmla="*/ 1092623 w 1880502"/>
              <a:gd name="connsiteY0" fmla="*/ 1617771 h 1617915"/>
              <a:gd name="connsiteX1" fmla="*/ 1641282 w 1880502"/>
              <a:gd name="connsiteY1" fmla="*/ 1445032 h 1617915"/>
              <a:gd name="connsiteX2" fmla="*/ 1859892 w 1880502"/>
              <a:gd name="connsiteY2" fmla="*/ 75197 h 1617915"/>
              <a:gd name="connsiteX3" fmla="*/ 1858731 w 1880502"/>
              <a:gd name="connsiteY3" fmla="*/ 0 h 1617915"/>
              <a:gd name="connsiteX4" fmla="*/ 1348189 w 1880502"/>
              <a:gd name="connsiteY4" fmla="*/ 0 h 1617915"/>
              <a:gd name="connsiteX5" fmla="*/ 1355434 w 1880502"/>
              <a:gd name="connsiteY5" fmla="*/ 99152 h 1617915"/>
              <a:gd name="connsiteX6" fmla="*/ 1370027 w 1880502"/>
              <a:gd name="connsiteY6" fmla="*/ 380280 h 1617915"/>
              <a:gd name="connsiteX7" fmla="*/ 1327901 w 1880502"/>
              <a:gd name="connsiteY7" fmla="*/ 945783 h 1617915"/>
              <a:gd name="connsiteX8" fmla="*/ 787766 w 1880502"/>
              <a:gd name="connsiteY8" fmla="*/ 956852 h 1617915"/>
              <a:gd name="connsiteX9" fmla="*/ 590373 w 1880502"/>
              <a:gd name="connsiteY9" fmla="*/ 245211 h 1617915"/>
              <a:gd name="connsiteX10" fmla="*/ 562741 w 1880502"/>
              <a:gd name="connsiteY10" fmla="*/ 14067 h 1617915"/>
              <a:gd name="connsiteX11" fmla="*/ 560530 w 1880502"/>
              <a:gd name="connsiteY11" fmla="*/ 0 h 1617915"/>
              <a:gd name="connsiteX12" fmla="*/ 5889 w 1880502"/>
              <a:gd name="connsiteY12" fmla="*/ 0 h 1617915"/>
              <a:gd name="connsiteX13" fmla="*/ 286591 w 1880502"/>
              <a:gd name="connsiteY13" fmla="*/ 1281679 h 1617915"/>
              <a:gd name="connsiteX14" fmla="*/ 573221 w 1880502"/>
              <a:gd name="connsiteY14" fmla="*/ 1542836 h 1617915"/>
              <a:gd name="connsiteX15" fmla="*/ 1092623 w 1880502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49545 w 1874613"/>
              <a:gd name="connsiteY5" fmla="*/ 99152 h 1617915"/>
              <a:gd name="connsiteX6" fmla="*/ 1364138 w 1874613"/>
              <a:gd name="connsiteY6" fmla="*/ 380280 h 1617915"/>
              <a:gd name="connsiteX7" fmla="*/ 1322012 w 1874613"/>
              <a:gd name="connsiteY7" fmla="*/ 945783 h 1617915"/>
              <a:gd name="connsiteX8" fmla="*/ 781877 w 1874613"/>
              <a:gd name="connsiteY8" fmla="*/ 956852 h 1617915"/>
              <a:gd name="connsiteX9" fmla="*/ 584484 w 1874613"/>
              <a:gd name="connsiteY9" fmla="*/ 245211 h 1617915"/>
              <a:gd name="connsiteX10" fmla="*/ 556852 w 1874613"/>
              <a:gd name="connsiteY10" fmla="*/ 14067 h 1617915"/>
              <a:gd name="connsiteX11" fmla="*/ 554641 w 1874613"/>
              <a:gd name="connsiteY11" fmla="*/ 0 h 1617915"/>
              <a:gd name="connsiteX12" fmla="*/ 0 w 1874613"/>
              <a:gd name="connsiteY12" fmla="*/ 0 h 1617915"/>
              <a:gd name="connsiteX13" fmla="*/ 280702 w 1874613"/>
              <a:gd name="connsiteY13" fmla="*/ 1281679 h 1617915"/>
              <a:gd name="connsiteX14" fmla="*/ 567332 w 1874613"/>
              <a:gd name="connsiteY14" fmla="*/ 1542836 h 1617915"/>
              <a:gd name="connsiteX15" fmla="*/ 1086734 w 1874613"/>
              <a:gd name="connsiteY15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6852 w 1874613"/>
              <a:gd name="connsiteY9" fmla="*/ 14067 h 1617915"/>
              <a:gd name="connsiteX10" fmla="*/ 554641 w 1874613"/>
              <a:gd name="connsiteY10" fmla="*/ 0 h 1617915"/>
              <a:gd name="connsiteX11" fmla="*/ 0 w 1874613"/>
              <a:gd name="connsiteY11" fmla="*/ 0 h 1617915"/>
              <a:gd name="connsiteX12" fmla="*/ 280702 w 1874613"/>
              <a:gd name="connsiteY12" fmla="*/ 1281679 h 1617915"/>
              <a:gd name="connsiteX13" fmla="*/ 567332 w 1874613"/>
              <a:gd name="connsiteY13" fmla="*/ 1542836 h 1617915"/>
              <a:gd name="connsiteX14" fmla="*/ 1086734 w 1874613"/>
              <a:gd name="connsiteY14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84484 w 1874613"/>
              <a:gd name="connsiteY8" fmla="*/ 245211 h 1617915"/>
              <a:gd name="connsiteX9" fmla="*/ 554641 w 1874613"/>
              <a:gd name="connsiteY9" fmla="*/ 0 h 1617915"/>
              <a:gd name="connsiteX10" fmla="*/ 0 w 1874613"/>
              <a:gd name="connsiteY10" fmla="*/ 0 h 1617915"/>
              <a:gd name="connsiteX11" fmla="*/ 280702 w 1874613"/>
              <a:gd name="connsiteY11" fmla="*/ 1281679 h 1617915"/>
              <a:gd name="connsiteX12" fmla="*/ 567332 w 1874613"/>
              <a:gd name="connsiteY12" fmla="*/ 1542836 h 1617915"/>
              <a:gd name="connsiteX13" fmla="*/ 1086734 w 1874613"/>
              <a:gd name="connsiteY13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2012 w 1874613"/>
              <a:gd name="connsiteY6" fmla="*/ 945783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64138 w 1874613"/>
              <a:gd name="connsiteY5" fmla="*/ 380280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  <a:gd name="connsiteX0" fmla="*/ 1086734 w 1874613"/>
              <a:gd name="connsiteY0" fmla="*/ 1617771 h 1617915"/>
              <a:gd name="connsiteX1" fmla="*/ 1635393 w 1874613"/>
              <a:gd name="connsiteY1" fmla="*/ 1445032 h 1617915"/>
              <a:gd name="connsiteX2" fmla="*/ 1854003 w 1874613"/>
              <a:gd name="connsiteY2" fmla="*/ 75197 h 1617915"/>
              <a:gd name="connsiteX3" fmla="*/ 1852842 w 1874613"/>
              <a:gd name="connsiteY3" fmla="*/ 0 h 1617915"/>
              <a:gd name="connsiteX4" fmla="*/ 1342300 w 1874613"/>
              <a:gd name="connsiteY4" fmla="*/ 0 h 1617915"/>
              <a:gd name="connsiteX5" fmla="*/ 1375761 w 1874613"/>
              <a:gd name="connsiteY5" fmla="*/ 442274 h 1617915"/>
              <a:gd name="connsiteX6" fmla="*/ 1325887 w 1874613"/>
              <a:gd name="connsiteY6" fmla="*/ 972905 h 1617915"/>
              <a:gd name="connsiteX7" fmla="*/ 781877 w 1874613"/>
              <a:gd name="connsiteY7" fmla="*/ 956852 h 1617915"/>
              <a:gd name="connsiteX8" fmla="*/ 554641 w 1874613"/>
              <a:gd name="connsiteY8" fmla="*/ 0 h 1617915"/>
              <a:gd name="connsiteX9" fmla="*/ 0 w 1874613"/>
              <a:gd name="connsiteY9" fmla="*/ 0 h 1617915"/>
              <a:gd name="connsiteX10" fmla="*/ 280702 w 1874613"/>
              <a:gd name="connsiteY10" fmla="*/ 1281679 h 1617915"/>
              <a:gd name="connsiteX11" fmla="*/ 567332 w 1874613"/>
              <a:gd name="connsiteY11" fmla="*/ 1542836 h 1617915"/>
              <a:gd name="connsiteX12" fmla="*/ 1086734 w 1874613"/>
              <a:gd name="connsiteY12" fmla="*/ 1617771 h 1617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74613" h="1617915">
                <a:moveTo>
                  <a:pt x="1086734" y="1617771"/>
                </a:moveTo>
                <a:cubicBezTo>
                  <a:pt x="1268639" y="1615535"/>
                  <a:pt x="1465752" y="1587519"/>
                  <a:pt x="1635393" y="1445032"/>
                </a:cubicBezTo>
                <a:cubicBezTo>
                  <a:pt x="1955194" y="1161392"/>
                  <a:pt x="1866386" y="489669"/>
                  <a:pt x="1854003" y="75197"/>
                </a:cubicBezTo>
                <a:lnTo>
                  <a:pt x="1852842" y="0"/>
                </a:lnTo>
                <a:lnTo>
                  <a:pt x="1342300" y="0"/>
                </a:lnTo>
                <a:lnTo>
                  <a:pt x="1375761" y="442274"/>
                </a:lnTo>
                <a:cubicBezTo>
                  <a:pt x="1385607" y="630226"/>
                  <a:pt x="1401223" y="863873"/>
                  <a:pt x="1325887" y="972905"/>
                </a:cubicBezTo>
                <a:cubicBezTo>
                  <a:pt x="1190884" y="1059678"/>
                  <a:pt x="910418" y="1119003"/>
                  <a:pt x="781877" y="956852"/>
                </a:cubicBezTo>
                <a:cubicBezTo>
                  <a:pt x="653336" y="794701"/>
                  <a:pt x="591964" y="217593"/>
                  <a:pt x="554641" y="0"/>
                </a:cubicBezTo>
                <a:lnTo>
                  <a:pt x="0" y="0"/>
                </a:lnTo>
                <a:cubicBezTo>
                  <a:pt x="12462" y="329851"/>
                  <a:pt x="186147" y="1024540"/>
                  <a:pt x="280702" y="1281679"/>
                </a:cubicBezTo>
                <a:cubicBezTo>
                  <a:pt x="357174" y="1433099"/>
                  <a:pt x="391172" y="1492929"/>
                  <a:pt x="567332" y="1542836"/>
                </a:cubicBezTo>
                <a:cubicBezTo>
                  <a:pt x="738133" y="1596462"/>
                  <a:pt x="904829" y="1620006"/>
                  <a:pt x="1086734" y="16177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16B2034F-88FE-C74C-C03D-90288E4FEBF2}"/>
              </a:ext>
            </a:extLst>
          </p:cNvPr>
          <p:cNvSpPr/>
          <p:nvPr/>
        </p:nvSpPr>
        <p:spPr>
          <a:xfrm rot="20709720">
            <a:off x="977015" y="1929248"/>
            <a:ext cx="2400624" cy="227803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B41A757-EA8B-1AFC-818F-6021608FE0AE}"/>
              </a:ext>
            </a:extLst>
          </p:cNvPr>
          <p:cNvSpPr/>
          <p:nvPr/>
        </p:nvSpPr>
        <p:spPr>
          <a:xfrm>
            <a:off x="1254715" y="4842942"/>
            <a:ext cx="299251" cy="103654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  <a:gd name="connsiteX0" fmla="*/ 0 w 202239"/>
              <a:gd name="connsiteY0" fmla="*/ 6914 h 91665"/>
              <a:gd name="connsiteX1" fmla="*/ 107170 w 202239"/>
              <a:gd name="connsiteY1" fmla="*/ 91612 h 91665"/>
              <a:gd name="connsiteX2" fmla="*/ 202239 w 202239"/>
              <a:gd name="connsiteY2" fmla="*/ 0 h 91665"/>
              <a:gd name="connsiteX0" fmla="*/ 0 w 202403"/>
              <a:gd name="connsiteY0" fmla="*/ 6914 h 91665"/>
              <a:gd name="connsiteX1" fmla="*/ 107170 w 202403"/>
              <a:gd name="connsiteY1" fmla="*/ 91612 h 91665"/>
              <a:gd name="connsiteX2" fmla="*/ 202239 w 202403"/>
              <a:gd name="connsiteY2" fmla="*/ 0 h 91665"/>
              <a:gd name="connsiteX0" fmla="*/ 0 w 107170"/>
              <a:gd name="connsiteY0" fmla="*/ 0 h 84751"/>
              <a:gd name="connsiteX1" fmla="*/ 107170 w 107170"/>
              <a:gd name="connsiteY1" fmla="*/ 84698 h 8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170" h="84751">
                <a:moveTo>
                  <a:pt x="0" y="0"/>
                </a:moveTo>
                <a:cubicBezTo>
                  <a:pt x="4431" y="68657"/>
                  <a:pt x="73464" y="85850"/>
                  <a:pt x="107170" y="84698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DA9534-E89F-A835-5C79-3BD16A1561A9}"/>
              </a:ext>
            </a:extLst>
          </p:cNvPr>
          <p:cNvGrpSpPr/>
          <p:nvPr/>
        </p:nvGrpSpPr>
        <p:grpSpPr>
          <a:xfrm>
            <a:off x="1085874" y="4438630"/>
            <a:ext cx="619238" cy="312906"/>
            <a:chOff x="1162566" y="1754387"/>
            <a:chExt cx="619238" cy="31290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19F08B-7EB8-0B97-4599-C0753F2DCE41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A959B5-FAA7-27D2-D412-3346E5E0224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01310D8-27E1-A1E0-9086-8FC687DD04D6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6B66788-387D-6738-5861-C385EEA8EB0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24F911-02BF-A2FC-1461-29D792D59218}"/>
              </a:ext>
            </a:extLst>
          </p:cNvPr>
          <p:cNvGrpSpPr/>
          <p:nvPr/>
        </p:nvGrpSpPr>
        <p:grpSpPr>
          <a:xfrm>
            <a:off x="1968724" y="3018276"/>
            <a:ext cx="601369" cy="298727"/>
            <a:chOff x="2028358" y="2903756"/>
            <a:chExt cx="601369" cy="298727"/>
          </a:xfrm>
        </p:grpSpPr>
        <p:sp>
          <p:nvSpPr>
            <p:cNvPr id="28" name="Freeform: Shape 25">
              <a:extLst>
                <a:ext uri="{FF2B5EF4-FFF2-40B4-BE49-F238E27FC236}">
                  <a16:creationId xmlns:a16="http://schemas.microsoft.com/office/drawing/2014/main" id="{EC648F97-1CB5-031B-23A8-38F11573BF6D}"/>
                </a:ext>
              </a:extLst>
            </p:cNvPr>
            <p:cNvSpPr/>
            <p:nvPr/>
          </p:nvSpPr>
          <p:spPr>
            <a:xfrm rot="5636109">
              <a:off x="2484868" y="2869982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6">
              <a:extLst>
                <a:ext uri="{FF2B5EF4-FFF2-40B4-BE49-F238E27FC236}">
                  <a16:creationId xmlns:a16="http://schemas.microsoft.com/office/drawing/2014/main" id="{182A2BE2-4910-28CF-642D-F7574877B0A5}"/>
                </a:ext>
              </a:extLst>
            </p:cNvPr>
            <p:cNvSpPr/>
            <p:nvPr/>
          </p:nvSpPr>
          <p:spPr>
            <a:xfrm rot="17418376">
              <a:off x="2062774" y="2869340"/>
              <a:ext cx="110443" cy="179275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7">
              <a:extLst>
                <a:ext uri="{FF2B5EF4-FFF2-40B4-BE49-F238E27FC236}">
                  <a16:creationId xmlns:a16="http://schemas.microsoft.com/office/drawing/2014/main" id="{684217DE-70E9-F4B3-9D01-F8379D8FC11C}"/>
                </a:ext>
              </a:extLst>
            </p:cNvPr>
            <p:cNvSpPr/>
            <p:nvPr/>
          </p:nvSpPr>
          <p:spPr>
            <a:xfrm flipH="1">
              <a:off x="2282315" y="3160087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31964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9">
            <a:extLst>
              <a:ext uri="{FF2B5EF4-FFF2-40B4-BE49-F238E27FC236}">
                <a16:creationId xmlns:a16="http://schemas.microsoft.com/office/drawing/2014/main" id="{BA5C9D05-D700-BC27-ED77-5CC7D1303974}"/>
              </a:ext>
            </a:extLst>
          </p:cNvPr>
          <p:cNvSpPr/>
          <p:nvPr/>
        </p:nvSpPr>
        <p:spPr>
          <a:xfrm rot="11640837" flipH="1">
            <a:off x="9184729" y="5609407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770769"/>
            <a:ext cx="6234847" cy="15936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380036"/>
            <a:ext cx="6234847" cy="3457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69102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Freeform: Shape 8">
            <a:extLst>
              <a:ext uri="{FF2B5EF4-FFF2-40B4-BE49-F238E27FC236}">
                <a16:creationId xmlns:a16="http://schemas.microsoft.com/office/drawing/2014/main" id="{2E60EA59-3A97-F71C-39D8-314E3369BE17}"/>
              </a:ext>
            </a:extLst>
          </p:cNvPr>
          <p:cNvSpPr/>
          <p:nvPr/>
        </p:nvSpPr>
        <p:spPr>
          <a:xfrm rot="9437962" flipH="1" flipV="1">
            <a:off x="9433983" y="2144563"/>
            <a:ext cx="1928293" cy="1704985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931 w 4806179"/>
              <a:gd name="connsiteY0" fmla="*/ 0 h 3062398"/>
              <a:gd name="connsiteX1" fmla="*/ 4798553 w 4806179"/>
              <a:gd name="connsiteY1" fmla="*/ 119992 h 3062398"/>
              <a:gd name="connsiteX2" fmla="*/ 4617528 w 4806179"/>
              <a:gd name="connsiteY2" fmla="*/ 856834 h 3062398"/>
              <a:gd name="connsiteX3" fmla="*/ 4456812 w 4806179"/>
              <a:gd name="connsiteY3" fmla="*/ 2022793 h 3062398"/>
              <a:gd name="connsiteX4" fmla="*/ 3916055 w 4806179"/>
              <a:gd name="connsiteY4" fmla="*/ 2591361 h 3062398"/>
              <a:gd name="connsiteX5" fmla="*/ 3172028 w 4806179"/>
              <a:gd name="connsiteY5" fmla="*/ 2933564 h 3062398"/>
              <a:gd name="connsiteX6" fmla="*/ 2247564 w 4806179"/>
              <a:gd name="connsiteY6" fmla="*/ 3062253 h 3062398"/>
              <a:gd name="connsiteX7" fmla="*/ 1394792 w 4806179"/>
              <a:gd name="connsiteY7" fmla="*/ 2945941 h 3062398"/>
              <a:gd name="connsiteX8" fmla="*/ 644792 w 4806179"/>
              <a:gd name="connsiteY8" fmla="*/ 2514496 h 3062398"/>
              <a:gd name="connsiteX9" fmla="*/ 155090 w 4806179"/>
              <a:gd name="connsiteY9" fmla="*/ 2010352 h 3062398"/>
              <a:gd name="connsiteX10" fmla="*/ 13821 w 4806179"/>
              <a:gd name="connsiteY10" fmla="*/ 1161870 h 3062398"/>
              <a:gd name="connsiteX11" fmla="*/ 1931 w 4806179"/>
              <a:gd name="connsiteY11" fmla="*/ 0 h 3062398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644792 w 4806180"/>
              <a:gd name="connsiteY8" fmla="*/ 2514496 h 3353180"/>
              <a:gd name="connsiteX9" fmla="*/ 155090 w 4806180"/>
              <a:gd name="connsiteY9" fmla="*/ 2010352 h 3353180"/>
              <a:gd name="connsiteX10" fmla="*/ 13821 w 4806180"/>
              <a:gd name="connsiteY10" fmla="*/ 1161870 h 3353180"/>
              <a:gd name="connsiteX11" fmla="*/ 1931 w 4806180"/>
              <a:gd name="connsiteY11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1394792 w 4806180"/>
              <a:gd name="connsiteY7" fmla="*/ 2945941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53180"/>
              <a:gd name="connsiteX1" fmla="*/ 4798553 w 4806180"/>
              <a:gd name="connsiteY1" fmla="*/ 119992 h 3353180"/>
              <a:gd name="connsiteX2" fmla="*/ 4617528 w 4806180"/>
              <a:gd name="connsiteY2" fmla="*/ 856834 h 3353180"/>
              <a:gd name="connsiteX3" fmla="*/ 4456812 w 4806180"/>
              <a:gd name="connsiteY3" fmla="*/ 2022793 h 3353180"/>
              <a:gd name="connsiteX4" fmla="*/ 3916055 w 4806180"/>
              <a:gd name="connsiteY4" fmla="*/ 2591361 h 3353180"/>
              <a:gd name="connsiteX5" fmla="*/ 3052098 w 4806180"/>
              <a:gd name="connsiteY5" fmla="*/ 3342938 h 3353180"/>
              <a:gd name="connsiteX6" fmla="*/ 2247564 w 4806180"/>
              <a:gd name="connsiteY6" fmla="*/ 3062253 h 3353180"/>
              <a:gd name="connsiteX7" fmla="*/ 694383 w 4806180"/>
              <a:gd name="connsiteY7" fmla="*/ 3026148 h 3353180"/>
              <a:gd name="connsiteX8" fmla="*/ 155090 w 4806180"/>
              <a:gd name="connsiteY8" fmla="*/ 2010352 h 3353180"/>
              <a:gd name="connsiteX9" fmla="*/ 13821 w 4806180"/>
              <a:gd name="connsiteY9" fmla="*/ 1161870 h 3353180"/>
              <a:gd name="connsiteX10" fmla="*/ 1931 w 4806180"/>
              <a:gd name="connsiteY10" fmla="*/ 0 h 3353180"/>
              <a:gd name="connsiteX0" fmla="*/ 1931 w 4806180"/>
              <a:gd name="connsiteY0" fmla="*/ 0 h 3371637"/>
              <a:gd name="connsiteX1" fmla="*/ 4798553 w 4806180"/>
              <a:gd name="connsiteY1" fmla="*/ 119992 h 3371637"/>
              <a:gd name="connsiteX2" fmla="*/ 4617528 w 4806180"/>
              <a:gd name="connsiteY2" fmla="*/ 856834 h 3371637"/>
              <a:gd name="connsiteX3" fmla="*/ 4456812 w 4806180"/>
              <a:gd name="connsiteY3" fmla="*/ 2022793 h 3371637"/>
              <a:gd name="connsiteX4" fmla="*/ 3916055 w 4806180"/>
              <a:gd name="connsiteY4" fmla="*/ 2591361 h 3371637"/>
              <a:gd name="connsiteX5" fmla="*/ 3052098 w 4806180"/>
              <a:gd name="connsiteY5" fmla="*/ 3342938 h 3371637"/>
              <a:gd name="connsiteX6" fmla="*/ 2083888 w 4806180"/>
              <a:gd name="connsiteY6" fmla="*/ 3325681 h 3371637"/>
              <a:gd name="connsiteX7" fmla="*/ 694383 w 4806180"/>
              <a:gd name="connsiteY7" fmla="*/ 3026148 h 3371637"/>
              <a:gd name="connsiteX8" fmla="*/ 155090 w 4806180"/>
              <a:gd name="connsiteY8" fmla="*/ 2010352 h 3371637"/>
              <a:gd name="connsiteX9" fmla="*/ 13821 w 4806180"/>
              <a:gd name="connsiteY9" fmla="*/ 1161870 h 3371637"/>
              <a:gd name="connsiteX10" fmla="*/ 1931 w 4806180"/>
              <a:gd name="connsiteY10" fmla="*/ 0 h 3371637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456812 w 4806180"/>
              <a:gd name="connsiteY3" fmla="*/ 2022793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06180"/>
              <a:gd name="connsiteY0" fmla="*/ 0 h 3371636"/>
              <a:gd name="connsiteX1" fmla="*/ 4798553 w 4806180"/>
              <a:gd name="connsiteY1" fmla="*/ 119992 h 3371636"/>
              <a:gd name="connsiteX2" fmla="*/ 4617528 w 4806180"/>
              <a:gd name="connsiteY2" fmla="*/ 856834 h 3371636"/>
              <a:gd name="connsiteX3" fmla="*/ 4272451 w 4806180"/>
              <a:gd name="connsiteY3" fmla="*/ 2145315 h 3371636"/>
              <a:gd name="connsiteX4" fmla="*/ 3626717 w 4806180"/>
              <a:gd name="connsiteY4" fmla="*/ 3122120 h 3371636"/>
              <a:gd name="connsiteX5" fmla="*/ 3052098 w 4806180"/>
              <a:gd name="connsiteY5" fmla="*/ 3342938 h 3371636"/>
              <a:gd name="connsiteX6" fmla="*/ 2083888 w 4806180"/>
              <a:gd name="connsiteY6" fmla="*/ 3325681 h 3371636"/>
              <a:gd name="connsiteX7" fmla="*/ 694383 w 4806180"/>
              <a:gd name="connsiteY7" fmla="*/ 3026148 h 3371636"/>
              <a:gd name="connsiteX8" fmla="*/ 155090 w 4806180"/>
              <a:gd name="connsiteY8" fmla="*/ 2010352 h 3371636"/>
              <a:gd name="connsiteX9" fmla="*/ 13821 w 4806180"/>
              <a:gd name="connsiteY9" fmla="*/ 1161870 h 3371636"/>
              <a:gd name="connsiteX10" fmla="*/ 1931 w 4806180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1931 w 4811631"/>
              <a:gd name="connsiteY0" fmla="*/ 0 h 3371636"/>
              <a:gd name="connsiteX1" fmla="*/ 4798553 w 4811631"/>
              <a:gd name="connsiteY1" fmla="*/ 119992 h 3371636"/>
              <a:gd name="connsiteX2" fmla="*/ 4617528 w 4811631"/>
              <a:gd name="connsiteY2" fmla="*/ 856834 h 3371636"/>
              <a:gd name="connsiteX3" fmla="*/ 4272451 w 4811631"/>
              <a:gd name="connsiteY3" fmla="*/ 2145315 h 3371636"/>
              <a:gd name="connsiteX4" fmla="*/ 3626717 w 4811631"/>
              <a:gd name="connsiteY4" fmla="*/ 3122120 h 3371636"/>
              <a:gd name="connsiteX5" fmla="*/ 3052098 w 4811631"/>
              <a:gd name="connsiteY5" fmla="*/ 3342938 h 3371636"/>
              <a:gd name="connsiteX6" fmla="*/ 2083888 w 4811631"/>
              <a:gd name="connsiteY6" fmla="*/ 3325681 h 3371636"/>
              <a:gd name="connsiteX7" fmla="*/ 694383 w 4811631"/>
              <a:gd name="connsiteY7" fmla="*/ 3026148 h 3371636"/>
              <a:gd name="connsiteX8" fmla="*/ 155090 w 4811631"/>
              <a:gd name="connsiteY8" fmla="*/ 2010352 h 3371636"/>
              <a:gd name="connsiteX9" fmla="*/ 13821 w 4811631"/>
              <a:gd name="connsiteY9" fmla="*/ 1161870 h 3371636"/>
              <a:gd name="connsiteX10" fmla="*/ 1931 w 4811631"/>
              <a:gd name="connsiteY10" fmla="*/ 0 h 3371636"/>
              <a:gd name="connsiteX0" fmla="*/ 458876 w 4799215"/>
              <a:gd name="connsiteY0" fmla="*/ 0 h 3264725"/>
              <a:gd name="connsiteX1" fmla="*/ 4786137 w 4799215"/>
              <a:gd name="connsiteY1" fmla="*/ 13081 h 3264725"/>
              <a:gd name="connsiteX2" fmla="*/ 4605112 w 4799215"/>
              <a:gd name="connsiteY2" fmla="*/ 749923 h 3264725"/>
              <a:gd name="connsiteX3" fmla="*/ 4260035 w 4799215"/>
              <a:gd name="connsiteY3" fmla="*/ 2038404 h 3264725"/>
              <a:gd name="connsiteX4" fmla="*/ 3614301 w 4799215"/>
              <a:gd name="connsiteY4" fmla="*/ 3015209 h 3264725"/>
              <a:gd name="connsiteX5" fmla="*/ 3039682 w 4799215"/>
              <a:gd name="connsiteY5" fmla="*/ 3236027 h 3264725"/>
              <a:gd name="connsiteX6" fmla="*/ 2071472 w 4799215"/>
              <a:gd name="connsiteY6" fmla="*/ 3218770 h 3264725"/>
              <a:gd name="connsiteX7" fmla="*/ 681967 w 4799215"/>
              <a:gd name="connsiteY7" fmla="*/ 2919237 h 3264725"/>
              <a:gd name="connsiteX8" fmla="*/ 142674 w 4799215"/>
              <a:gd name="connsiteY8" fmla="*/ 1903441 h 3264725"/>
              <a:gd name="connsiteX9" fmla="*/ 1405 w 4799215"/>
              <a:gd name="connsiteY9" fmla="*/ 1054959 h 3264725"/>
              <a:gd name="connsiteX10" fmla="*/ 458876 w 4799215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321708 w 4662047"/>
              <a:gd name="connsiteY0" fmla="*/ 0 h 3264725"/>
              <a:gd name="connsiteX1" fmla="*/ 4648969 w 4662047"/>
              <a:gd name="connsiteY1" fmla="*/ 13081 h 3264725"/>
              <a:gd name="connsiteX2" fmla="*/ 4467944 w 4662047"/>
              <a:gd name="connsiteY2" fmla="*/ 749923 h 3264725"/>
              <a:gd name="connsiteX3" fmla="*/ 4122867 w 4662047"/>
              <a:gd name="connsiteY3" fmla="*/ 2038404 h 3264725"/>
              <a:gd name="connsiteX4" fmla="*/ 3477133 w 4662047"/>
              <a:gd name="connsiteY4" fmla="*/ 3015209 h 3264725"/>
              <a:gd name="connsiteX5" fmla="*/ 2902514 w 4662047"/>
              <a:gd name="connsiteY5" fmla="*/ 3236027 h 3264725"/>
              <a:gd name="connsiteX6" fmla="*/ 1934304 w 4662047"/>
              <a:gd name="connsiteY6" fmla="*/ 3218770 h 3264725"/>
              <a:gd name="connsiteX7" fmla="*/ 544799 w 4662047"/>
              <a:gd name="connsiteY7" fmla="*/ 2919237 h 3264725"/>
              <a:gd name="connsiteX8" fmla="*/ 5506 w 4662047"/>
              <a:gd name="connsiteY8" fmla="*/ 1903441 h 3264725"/>
              <a:gd name="connsiteX9" fmla="*/ 69984 w 4662047"/>
              <a:gd name="connsiteY9" fmla="*/ 1161492 h 3264725"/>
              <a:gd name="connsiteX10" fmla="*/ 321708 w 4662047"/>
              <a:gd name="connsiteY10" fmla="*/ 0 h 3264725"/>
              <a:gd name="connsiteX0" fmla="*/ 258034 w 4598373"/>
              <a:gd name="connsiteY0" fmla="*/ 0 h 3264725"/>
              <a:gd name="connsiteX1" fmla="*/ 4585295 w 4598373"/>
              <a:gd name="connsiteY1" fmla="*/ 13081 h 3264725"/>
              <a:gd name="connsiteX2" fmla="*/ 4404270 w 4598373"/>
              <a:gd name="connsiteY2" fmla="*/ 749923 h 3264725"/>
              <a:gd name="connsiteX3" fmla="*/ 4059193 w 4598373"/>
              <a:gd name="connsiteY3" fmla="*/ 2038404 h 3264725"/>
              <a:gd name="connsiteX4" fmla="*/ 3413459 w 4598373"/>
              <a:gd name="connsiteY4" fmla="*/ 3015209 h 3264725"/>
              <a:gd name="connsiteX5" fmla="*/ 2838840 w 4598373"/>
              <a:gd name="connsiteY5" fmla="*/ 3236027 h 3264725"/>
              <a:gd name="connsiteX6" fmla="*/ 1870630 w 4598373"/>
              <a:gd name="connsiteY6" fmla="*/ 3218770 h 3264725"/>
              <a:gd name="connsiteX7" fmla="*/ 481125 w 4598373"/>
              <a:gd name="connsiteY7" fmla="*/ 2919237 h 3264725"/>
              <a:gd name="connsiteX8" fmla="*/ 6310 w 4598373"/>
              <a:gd name="connsiteY8" fmla="*/ 1161492 h 3264725"/>
              <a:gd name="connsiteX9" fmla="*/ 258034 w 4598373"/>
              <a:gd name="connsiteY9" fmla="*/ 0 h 3264725"/>
              <a:gd name="connsiteX0" fmla="*/ 258034 w 4798051"/>
              <a:gd name="connsiteY0" fmla="*/ 0 h 3264725"/>
              <a:gd name="connsiteX1" fmla="*/ 4585295 w 4798051"/>
              <a:gd name="connsiteY1" fmla="*/ 13081 h 3264725"/>
              <a:gd name="connsiteX2" fmla="*/ 4059193 w 4798051"/>
              <a:gd name="connsiteY2" fmla="*/ 2038404 h 3264725"/>
              <a:gd name="connsiteX3" fmla="*/ 3413459 w 4798051"/>
              <a:gd name="connsiteY3" fmla="*/ 3015209 h 3264725"/>
              <a:gd name="connsiteX4" fmla="*/ 2838840 w 4798051"/>
              <a:gd name="connsiteY4" fmla="*/ 3236027 h 3264725"/>
              <a:gd name="connsiteX5" fmla="*/ 1870630 w 4798051"/>
              <a:gd name="connsiteY5" fmla="*/ 3218770 h 3264725"/>
              <a:gd name="connsiteX6" fmla="*/ 481125 w 4798051"/>
              <a:gd name="connsiteY6" fmla="*/ 2919237 h 3264725"/>
              <a:gd name="connsiteX7" fmla="*/ 6310 w 4798051"/>
              <a:gd name="connsiteY7" fmla="*/ 1161492 h 3264725"/>
              <a:gd name="connsiteX8" fmla="*/ 258034 w 4798051"/>
              <a:gd name="connsiteY8" fmla="*/ 0 h 3264725"/>
              <a:gd name="connsiteX0" fmla="*/ 258034 w 4585296"/>
              <a:gd name="connsiteY0" fmla="*/ 0 h 3264725"/>
              <a:gd name="connsiteX1" fmla="*/ 4585295 w 4585296"/>
              <a:gd name="connsiteY1" fmla="*/ 13081 h 3264725"/>
              <a:gd name="connsiteX2" fmla="*/ 4059193 w 4585296"/>
              <a:gd name="connsiteY2" fmla="*/ 2038404 h 3264725"/>
              <a:gd name="connsiteX3" fmla="*/ 3413459 w 4585296"/>
              <a:gd name="connsiteY3" fmla="*/ 3015209 h 3264725"/>
              <a:gd name="connsiteX4" fmla="*/ 2838840 w 4585296"/>
              <a:gd name="connsiteY4" fmla="*/ 3236027 h 3264725"/>
              <a:gd name="connsiteX5" fmla="*/ 1870630 w 4585296"/>
              <a:gd name="connsiteY5" fmla="*/ 3218770 h 3264725"/>
              <a:gd name="connsiteX6" fmla="*/ 481125 w 4585296"/>
              <a:gd name="connsiteY6" fmla="*/ 2919237 h 3264725"/>
              <a:gd name="connsiteX7" fmla="*/ 6310 w 4585296"/>
              <a:gd name="connsiteY7" fmla="*/ 1161492 h 3264725"/>
              <a:gd name="connsiteX8" fmla="*/ 258034 w 4585296"/>
              <a:gd name="connsiteY8" fmla="*/ 0 h 3264725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258034 w 4585295"/>
              <a:gd name="connsiteY0" fmla="*/ 0 h 3292087"/>
              <a:gd name="connsiteX1" fmla="*/ 4585295 w 4585295"/>
              <a:gd name="connsiteY1" fmla="*/ 13081 h 3292087"/>
              <a:gd name="connsiteX2" fmla="*/ 4059193 w 4585295"/>
              <a:gd name="connsiteY2" fmla="*/ 2038404 h 3292087"/>
              <a:gd name="connsiteX3" fmla="*/ 3413459 w 4585295"/>
              <a:gd name="connsiteY3" fmla="*/ 3015209 h 3292087"/>
              <a:gd name="connsiteX4" fmla="*/ 2838840 w 4585295"/>
              <a:gd name="connsiteY4" fmla="*/ 3236027 h 3292087"/>
              <a:gd name="connsiteX5" fmla="*/ 1899983 w 4585295"/>
              <a:gd name="connsiteY5" fmla="*/ 3291175 h 3292087"/>
              <a:gd name="connsiteX6" fmla="*/ 481125 w 4585295"/>
              <a:gd name="connsiteY6" fmla="*/ 2919237 h 3292087"/>
              <a:gd name="connsiteX7" fmla="*/ 6310 w 4585295"/>
              <a:gd name="connsiteY7" fmla="*/ 1161492 h 3292087"/>
              <a:gd name="connsiteX8" fmla="*/ 258034 w 4585295"/>
              <a:gd name="connsiteY8" fmla="*/ 0 h 3292087"/>
              <a:gd name="connsiteX0" fmla="*/ 181940 w 4594182"/>
              <a:gd name="connsiteY0" fmla="*/ 0 h 3557030"/>
              <a:gd name="connsiteX1" fmla="*/ 4594182 w 4594182"/>
              <a:gd name="connsiteY1" fmla="*/ 278024 h 3557030"/>
              <a:gd name="connsiteX2" fmla="*/ 4068080 w 4594182"/>
              <a:gd name="connsiteY2" fmla="*/ 2303347 h 3557030"/>
              <a:gd name="connsiteX3" fmla="*/ 3422346 w 4594182"/>
              <a:gd name="connsiteY3" fmla="*/ 3280152 h 3557030"/>
              <a:gd name="connsiteX4" fmla="*/ 2847727 w 4594182"/>
              <a:gd name="connsiteY4" fmla="*/ 3500970 h 3557030"/>
              <a:gd name="connsiteX5" fmla="*/ 1908870 w 4594182"/>
              <a:gd name="connsiteY5" fmla="*/ 3556118 h 3557030"/>
              <a:gd name="connsiteX6" fmla="*/ 490012 w 4594182"/>
              <a:gd name="connsiteY6" fmla="*/ 3184180 h 3557030"/>
              <a:gd name="connsiteX7" fmla="*/ 15197 w 4594182"/>
              <a:gd name="connsiteY7" fmla="*/ 1426435 h 3557030"/>
              <a:gd name="connsiteX8" fmla="*/ 181940 w 4594182"/>
              <a:gd name="connsiteY8" fmla="*/ 0 h 355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4182" h="3557030">
                <a:moveTo>
                  <a:pt x="181940" y="0"/>
                </a:moveTo>
                <a:lnTo>
                  <a:pt x="4594182" y="278024"/>
                </a:lnTo>
                <a:cubicBezTo>
                  <a:pt x="4458665" y="1334125"/>
                  <a:pt x="4263386" y="1802992"/>
                  <a:pt x="4068080" y="2303347"/>
                </a:cubicBezTo>
                <a:cubicBezTo>
                  <a:pt x="4043469" y="2399936"/>
                  <a:pt x="3563939" y="3154715"/>
                  <a:pt x="3422346" y="3280152"/>
                </a:cubicBezTo>
                <a:cubicBezTo>
                  <a:pt x="3310672" y="3373178"/>
                  <a:pt x="3030354" y="3432752"/>
                  <a:pt x="2847727" y="3500970"/>
                </a:cubicBezTo>
                <a:cubicBezTo>
                  <a:pt x="2472767" y="3575671"/>
                  <a:pt x="2171596" y="3552975"/>
                  <a:pt x="1908870" y="3556118"/>
                </a:cubicBezTo>
                <a:cubicBezTo>
                  <a:pt x="1646144" y="3559261"/>
                  <a:pt x="728648" y="3255485"/>
                  <a:pt x="490012" y="3184180"/>
                </a:cubicBezTo>
                <a:cubicBezTo>
                  <a:pt x="11986" y="2501181"/>
                  <a:pt x="52379" y="1912974"/>
                  <a:pt x="15197" y="1426435"/>
                </a:cubicBezTo>
                <a:cubicBezTo>
                  <a:pt x="-16128" y="1155428"/>
                  <a:pt x="-15596" y="539629"/>
                  <a:pt x="18194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2CFCC7E1-4F9A-E12F-6550-F6EFEB268732}"/>
              </a:ext>
            </a:extLst>
          </p:cNvPr>
          <p:cNvSpPr/>
          <p:nvPr/>
        </p:nvSpPr>
        <p:spPr>
          <a:xfrm rot="11287850">
            <a:off x="10602412" y="3810256"/>
            <a:ext cx="975445" cy="1919468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66EA67-F3BB-FD36-54D8-50869A529826}"/>
              </a:ext>
            </a:extLst>
          </p:cNvPr>
          <p:cNvGrpSpPr/>
          <p:nvPr/>
        </p:nvGrpSpPr>
        <p:grpSpPr>
          <a:xfrm rot="20688335">
            <a:off x="10090858" y="2865059"/>
            <a:ext cx="614543" cy="394516"/>
            <a:chOff x="8663598" y="4719110"/>
            <a:chExt cx="614543" cy="394516"/>
          </a:xfrm>
        </p:grpSpPr>
        <p:sp>
          <p:nvSpPr>
            <p:cNvPr id="35" name="Freeform: Shape 25">
              <a:extLst>
                <a:ext uri="{FF2B5EF4-FFF2-40B4-BE49-F238E27FC236}">
                  <a16:creationId xmlns:a16="http://schemas.microsoft.com/office/drawing/2014/main" id="{BBE2414B-FF3E-1C2F-2E89-A22BC9573D19}"/>
                </a:ext>
              </a:extLst>
            </p:cNvPr>
            <p:cNvSpPr/>
            <p:nvPr/>
          </p:nvSpPr>
          <p:spPr>
            <a:xfrm rot="5636109">
              <a:off x="9095021" y="4685732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26">
              <a:extLst>
                <a:ext uri="{FF2B5EF4-FFF2-40B4-BE49-F238E27FC236}">
                  <a16:creationId xmlns:a16="http://schemas.microsoft.com/office/drawing/2014/main" id="{E7370B67-CF9B-63CB-4DB3-8CA7ED5A02C7}"/>
                </a:ext>
              </a:extLst>
            </p:cNvPr>
            <p:cNvSpPr/>
            <p:nvPr/>
          </p:nvSpPr>
          <p:spPr>
            <a:xfrm rot="17418376">
              <a:off x="8707105" y="4675603"/>
              <a:ext cx="139614" cy="226627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6B415B78-0ADC-7019-2DD6-52B75ECB22D6}"/>
                </a:ext>
              </a:extLst>
            </p:cNvPr>
            <p:cNvSpPr/>
            <p:nvPr/>
          </p:nvSpPr>
          <p:spPr>
            <a:xfrm flipH="1">
              <a:off x="8900601" y="5071230"/>
              <a:ext cx="93561" cy="42396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9192BE-FBFE-A8F3-1FDD-D95A74A83BAF}"/>
              </a:ext>
            </a:extLst>
          </p:cNvPr>
          <p:cNvGrpSpPr/>
          <p:nvPr/>
        </p:nvGrpSpPr>
        <p:grpSpPr>
          <a:xfrm flipH="1">
            <a:off x="10790055" y="4268562"/>
            <a:ext cx="689925" cy="312906"/>
            <a:chOff x="1162566" y="1754387"/>
            <a:chExt cx="689925" cy="312906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8DD030C-AA6D-E475-B761-8CB9EC5373DE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2A039456-EE9F-6097-1461-DBEAEFD8EE6A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290AEA-B73A-B14B-0627-CE4D96D39431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42CE1DD7-CE29-818F-E1E5-7D990B47EB6B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E0235B7B-298D-5F02-F440-F9D4354CAE76}"/>
              </a:ext>
            </a:extLst>
          </p:cNvPr>
          <p:cNvSpPr/>
          <p:nvPr/>
        </p:nvSpPr>
        <p:spPr>
          <a:xfrm rot="15815893" flipH="1">
            <a:off x="11047416" y="4684032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41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377692"/>
            <a:ext cx="3831700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6642" y="1377693"/>
            <a:ext cx="4709838" cy="4547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DC06D49-91B1-E434-F579-E3FA621D53F0}"/>
              </a:ext>
            </a:extLst>
          </p:cNvPr>
          <p:cNvSpPr/>
          <p:nvPr/>
        </p:nvSpPr>
        <p:spPr>
          <a:xfrm rot="16200000" flipH="1">
            <a:off x="8328343" y="2928941"/>
            <a:ext cx="6858000" cy="1000119"/>
          </a:xfrm>
          <a:custGeom>
            <a:avLst/>
            <a:gdLst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749548 w 6858000"/>
              <a:gd name="connsiteY4" fmla="*/ 365206 h 1000119"/>
              <a:gd name="connsiteX5" fmla="*/ 6413954 w 6858000"/>
              <a:gd name="connsiteY5" fmla="*/ 431553 h 1000119"/>
              <a:gd name="connsiteX6" fmla="*/ 5396161 w 6858000"/>
              <a:gd name="connsiteY6" fmla="*/ 48872 h 1000119"/>
              <a:gd name="connsiteX7" fmla="*/ 4370981 w 6858000"/>
              <a:gd name="connsiteY7" fmla="*/ 509748 h 1000119"/>
              <a:gd name="connsiteX8" fmla="*/ 3390974 w 6858000"/>
              <a:gd name="connsiteY8" fmla="*/ 107519 h 1000119"/>
              <a:gd name="connsiteX9" fmla="*/ 2368521 w 6858000"/>
              <a:gd name="connsiteY9" fmla="*/ 431722 h 1000119"/>
              <a:gd name="connsiteX10" fmla="*/ 1346512 w 6858000"/>
              <a:gd name="connsiteY10" fmla="*/ 1 h 1000119"/>
              <a:gd name="connsiteX11" fmla="*/ 343918 w 6858000"/>
              <a:gd name="connsiteY11" fmla="*/ 431722 h 1000119"/>
              <a:gd name="connsiteX12" fmla="*/ 11586 w 6858000"/>
              <a:gd name="connsiteY12" fmla="*/ 342095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413954 w 6858000"/>
              <a:gd name="connsiteY4" fmla="*/ 431553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  <a:gd name="connsiteX0" fmla="*/ 0 w 6858000"/>
              <a:gd name="connsiteY0" fmla="*/ 335764 h 1000119"/>
              <a:gd name="connsiteX1" fmla="*/ 0 w 6858000"/>
              <a:gd name="connsiteY1" fmla="*/ 1000119 h 1000119"/>
              <a:gd name="connsiteX2" fmla="*/ 6858000 w 6858000"/>
              <a:gd name="connsiteY2" fmla="*/ 1000119 h 1000119"/>
              <a:gd name="connsiteX3" fmla="*/ 6858000 w 6858000"/>
              <a:gd name="connsiteY3" fmla="*/ 310656 h 1000119"/>
              <a:gd name="connsiteX4" fmla="*/ 6344801 w 6858000"/>
              <a:gd name="connsiteY4" fmla="*/ 362397 h 1000119"/>
              <a:gd name="connsiteX5" fmla="*/ 5396161 w 6858000"/>
              <a:gd name="connsiteY5" fmla="*/ 48872 h 1000119"/>
              <a:gd name="connsiteX6" fmla="*/ 4370981 w 6858000"/>
              <a:gd name="connsiteY6" fmla="*/ 509748 h 1000119"/>
              <a:gd name="connsiteX7" fmla="*/ 3390974 w 6858000"/>
              <a:gd name="connsiteY7" fmla="*/ 107519 h 1000119"/>
              <a:gd name="connsiteX8" fmla="*/ 2368521 w 6858000"/>
              <a:gd name="connsiteY8" fmla="*/ 431722 h 1000119"/>
              <a:gd name="connsiteX9" fmla="*/ 1346512 w 6858000"/>
              <a:gd name="connsiteY9" fmla="*/ 1 h 1000119"/>
              <a:gd name="connsiteX10" fmla="*/ 343918 w 6858000"/>
              <a:gd name="connsiteY10" fmla="*/ 431722 h 1000119"/>
              <a:gd name="connsiteX11" fmla="*/ 11586 w 6858000"/>
              <a:gd name="connsiteY11" fmla="*/ 342095 h 1000119"/>
              <a:gd name="connsiteX12" fmla="*/ 0 w 6858000"/>
              <a:gd name="connsiteY12" fmla="*/ 335764 h 100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1000119">
                <a:moveTo>
                  <a:pt x="0" y="335764"/>
                </a:moveTo>
                <a:lnTo>
                  <a:pt x="0" y="1000119"/>
                </a:lnTo>
                <a:lnTo>
                  <a:pt x="6858000" y="1000119"/>
                </a:lnTo>
                <a:lnTo>
                  <a:pt x="6858000" y="310656"/>
                </a:lnTo>
                <a:lnTo>
                  <a:pt x="6344801" y="362397"/>
                </a:lnTo>
                <a:cubicBezTo>
                  <a:pt x="5967955" y="321423"/>
                  <a:pt x="5725131" y="24314"/>
                  <a:pt x="5396161" y="48872"/>
                </a:cubicBezTo>
                <a:cubicBezTo>
                  <a:pt x="5067191" y="73431"/>
                  <a:pt x="4705179" y="499973"/>
                  <a:pt x="4370981" y="509748"/>
                </a:cubicBezTo>
                <a:cubicBezTo>
                  <a:pt x="4036783" y="519521"/>
                  <a:pt x="3950783" y="134422"/>
                  <a:pt x="3390974" y="107519"/>
                </a:cubicBezTo>
                <a:cubicBezTo>
                  <a:pt x="2886362" y="107519"/>
                  <a:pt x="2709263" y="449642"/>
                  <a:pt x="2368521" y="431722"/>
                </a:cubicBezTo>
                <a:cubicBezTo>
                  <a:pt x="2027777" y="413804"/>
                  <a:pt x="1683946" y="1"/>
                  <a:pt x="1346512" y="1"/>
                </a:cubicBezTo>
                <a:cubicBezTo>
                  <a:pt x="841901" y="0"/>
                  <a:pt x="678668" y="411631"/>
                  <a:pt x="343918" y="431722"/>
                </a:cubicBezTo>
                <a:cubicBezTo>
                  <a:pt x="218387" y="439257"/>
                  <a:pt x="116508" y="397382"/>
                  <a:pt x="11586" y="342095"/>
                </a:cubicBezTo>
                <a:lnTo>
                  <a:pt x="0" y="33576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9387" y="6341919"/>
            <a:ext cx="685800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3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28">
            <a:extLst>
              <a:ext uri="{FF2B5EF4-FFF2-40B4-BE49-F238E27FC236}">
                <a16:creationId xmlns:a16="http://schemas.microsoft.com/office/drawing/2014/main" id="{AB119740-FBC9-9D07-94CC-1A4C5381FAC7}"/>
              </a:ext>
            </a:extLst>
          </p:cNvPr>
          <p:cNvSpPr/>
          <p:nvPr/>
        </p:nvSpPr>
        <p:spPr>
          <a:xfrm rot="12125087" flipH="1">
            <a:off x="472947" y="4178449"/>
            <a:ext cx="1660343" cy="165340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2018 w 3049381"/>
              <a:gd name="connsiteY0" fmla="*/ 1624714 h 3018036"/>
              <a:gd name="connsiteX1" fmla="*/ 443717 w 3049381"/>
              <a:gd name="connsiteY1" fmla="*/ 460819 h 3018036"/>
              <a:gd name="connsiteX2" fmla="*/ 1402833 w 3049381"/>
              <a:gd name="connsiteY2" fmla="*/ 379 h 3018036"/>
              <a:gd name="connsiteX3" fmla="*/ 2624731 w 3049381"/>
              <a:gd name="connsiteY3" fmla="*/ 406634 h 3018036"/>
              <a:gd name="connsiteX4" fmla="*/ 2925568 w 3049381"/>
              <a:gd name="connsiteY4" fmla="*/ 2092073 h 3018036"/>
              <a:gd name="connsiteX5" fmla="*/ 1247046 w 3049381"/>
              <a:gd name="connsiteY5" fmla="*/ 3005209 h 3018036"/>
              <a:gd name="connsiteX6" fmla="*/ 2018 w 3049381"/>
              <a:gd name="connsiteY6" fmla="*/ 1624714 h 3018036"/>
              <a:gd name="connsiteX0" fmla="*/ 2321 w 3049684"/>
              <a:gd name="connsiteY0" fmla="*/ 1624714 h 3018036"/>
              <a:gd name="connsiteX1" fmla="*/ 444020 w 3049684"/>
              <a:gd name="connsiteY1" fmla="*/ 460819 h 3018036"/>
              <a:gd name="connsiteX2" fmla="*/ 1403136 w 3049684"/>
              <a:gd name="connsiteY2" fmla="*/ 379 h 3018036"/>
              <a:gd name="connsiteX3" fmla="*/ 2625034 w 3049684"/>
              <a:gd name="connsiteY3" fmla="*/ 406634 h 3018036"/>
              <a:gd name="connsiteX4" fmla="*/ 2925871 w 3049684"/>
              <a:gd name="connsiteY4" fmla="*/ 2092073 h 3018036"/>
              <a:gd name="connsiteX5" fmla="*/ 1247349 w 3049684"/>
              <a:gd name="connsiteY5" fmla="*/ 3005209 h 3018036"/>
              <a:gd name="connsiteX6" fmla="*/ 2321 w 3049684"/>
              <a:gd name="connsiteY6" fmla="*/ 1624714 h 3018036"/>
              <a:gd name="connsiteX0" fmla="*/ 26699 w 3074062"/>
              <a:gd name="connsiteY0" fmla="*/ 1624345 h 3017667"/>
              <a:gd name="connsiteX1" fmla="*/ 493692 w 3074062"/>
              <a:gd name="connsiteY1" fmla="*/ 398112 h 3017667"/>
              <a:gd name="connsiteX2" fmla="*/ 1427514 w 3074062"/>
              <a:gd name="connsiteY2" fmla="*/ 10 h 3017667"/>
              <a:gd name="connsiteX3" fmla="*/ 2649412 w 3074062"/>
              <a:gd name="connsiteY3" fmla="*/ 406265 h 3017667"/>
              <a:gd name="connsiteX4" fmla="*/ 2950249 w 3074062"/>
              <a:gd name="connsiteY4" fmla="*/ 2091704 h 3017667"/>
              <a:gd name="connsiteX5" fmla="*/ 1271727 w 3074062"/>
              <a:gd name="connsiteY5" fmla="*/ 3004840 h 3017667"/>
              <a:gd name="connsiteX6" fmla="*/ 26699 w 3074062"/>
              <a:gd name="connsiteY6" fmla="*/ 1624345 h 3017667"/>
              <a:gd name="connsiteX0" fmla="*/ 7481 w 3054844"/>
              <a:gd name="connsiteY0" fmla="*/ 1624345 h 3017667"/>
              <a:gd name="connsiteX1" fmla="*/ 474474 w 3054844"/>
              <a:gd name="connsiteY1" fmla="*/ 398112 h 3017667"/>
              <a:gd name="connsiteX2" fmla="*/ 1408296 w 3054844"/>
              <a:gd name="connsiteY2" fmla="*/ 10 h 3017667"/>
              <a:gd name="connsiteX3" fmla="*/ 2630194 w 3054844"/>
              <a:gd name="connsiteY3" fmla="*/ 406265 h 3017667"/>
              <a:gd name="connsiteX4" fmla="*/ 2931031 w 3054844"/>
              <a:gd name="connsiteY4" fmla="*/ 2091704 h 3017667"/>
              <a:gd name="connsiteX5" fmla="*/ 1252509 w 3054844"/>
              <a:gd name="connsiteY5" fmla="*/ 3004840 h 3017667"/>
              <a:gd name="connsiteX6" fmla="*/ 7481 w 3054844"/>
              <a:gd name="connsiteY6" fmla="*/ 1624345 h 3017667"/>
              <a:gd name="connsiteX0" fmla="*/ 7481 w 3054844"/>
              <a:gd name="connsiteY0" fmla="*/ 1624345 h 3036733"/>
              <a:gd name="connsiteX1" fmla="*/ 474474 w 3054844"/>
              <a:gd name="connsiteY1" fmla="*/ 398112 h 3036733"/>
              <a:gd name="connsiteX2" fmla="*/ 1408296 w 3054844"/>
              <a:gd name="connsiteY2" fmla="*/ 10 h 3036733"/>
              <a:gd name="connsiteX3" fmla="*/ 2630194 w 3054844"/>
              <a:gd name="connsiteY3" fmla="*/ 406265 h 3036733"/>
              <a:gd name="connsiteX4" fmla="*/ 2931031 w 3054844"/>
              <a:gd name="connsiteY4" fmla="*/ 2091704 h 3036733"/>
              <a:gd name="connsiteX5" fmla="*/ 1252509 w 3054844"/>
              <a:gd name="connsiteY5" fmla="*/ 3004840 h 3036733"/>
              <a:gd name="connsiteX6" fmla="*/ 7481 w 3054844"/>
              <a:gd name="connsiteY6" fmla="*/ 1624345 h 3036733"/>
              <a:gd name="connsiteX0" fmla="*/ 7481 w 3054844"/>
              <a:gd name="connsiteY0" fmla="*/ 1624345 h 3042079"/>
              <a:gd name="connsiteX1" fmla="*/ 474474 w 3054844"/>
              <a:gd name="connsiteY1" fmla="*/ 398112 h 3042079"/>
              <a:gd name="connsiteX2" fmla="*/ 1408296 w 3054844"/>
              <a:gd name="connsiteY2" fmla="*/ 10 h 3042079"/>
              <a:gd name="connsiteX3" fmla="*/ 2630194 w 3054844"/>
              <a:gd name="connsiteY3" fmla="*/ 406265 h 3042079"/>
              <a:gd name="connsiteX4" fmla="*/ 2931031 w 3054844"/>
              <a:gd name="connsiteY4" fmla="*/ 2091704 h 3042079"/>
              <a:gd name="connsiteX5" fmla="*/ 1252509 w 3054844"/>
              <a:gd name="connsiteY5" fmla="*/ 3004840 h 3042079"/>
              <a:gd name="connsiteX6" fmla="*/ 7481 w 3054844"/>
              <a:gd name="connsiteY6" fmla="*/ 1624345 h 304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4844" h="3042079">
                <a:moveTo>
                  <a:pt x="7481" y="1624345"/>
                </a:moveTo>
                <a:cubicBezTo>
                  <a:pt x="-51501" y="1105133"/>
                  <a:pt x="250811" y="652915"/>
                  <a:pt x="474474" y="398112"/>
                </a:cubicBezTo>
                <a:cubicBezTo>
                  <a:pt x="698137" y="143309"/>
                  <a:pt x="1049009" y="-1349"/>
                  <a:pt x="1408296" y="10"/>
                </a:cubicBezTo>
                <a:cubicBezTo>
                  <a:pt x="1767583" y="1369"/>
                  <a:pt x="2367374" y="143445"/>
                  <a:pt x="2630194" y="406265"/>
                </a:cubicBezTo>
                <a:cubicBezTo>
                  <a:pt x="2893014" y="669085"/>
                  <a:pt x="3245311" y="1489274"/>
                  <a:pt x="2931031" y="2091704"/>
                </a:cubicBezTo>
                <a:cubicBezTo>
                  <a:pt x="2554802" y="2890814"/>
                  <a:pt x="1931523" y="3146925"/>
                  <a:pt x="1252509" y="3004840"/>
                </a:cubicBezTo>
                <a:cubicBezTo>
                  <a:pt x="573495" y="2862755"/>
                  <a:pt x="66463" y="2143557"/>
                  <a:pt x="7481" y="162434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A16ED9F-8A3C-6DC4-67D1-23234ABF0B70}"/>
              </a:ext>
            </a:extLst>
          </p:cNvPr>
          <p:cNvSpPr/>
          <p:nvPr/>
        </p:nvSpPr>
        <p:spPr>
          <a:xfrm rot="10267945">
            <a:off x="1701250" y="5398458"/>
            <a:ext cx="1667077" cy="1476374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66134 w 2972903"/>
              <a:gd name="connsiteY9" fmla="*/ 71203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6134 w 2977292"/>
              <a:gd name="connsiteY9" fmla="*/ 712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351151 w 2977292"/>
              <a:gd name="connsiteY6" fmla="*/ 981225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870249 w 2977292"/>
              <a:gd name="connsiteY0" fmla="*/ 1502043 h 1595240"/>
              <a:gd name="connsiteX1" fmla="*/ 463952 w 2977292"/>
              <a:gd name="connsiteY1" fmla="*/ 1281762 h 1595240"/>
              <a:gd name="connsiteX2" fmla="*/ 194856 w 2977292"/>
              <a:gd name="connsiteY2" fmla="*/ 706389 h 1595240"/>
              <a:gd name="connsiteX3" fmla="*/ 0 w 2977292"/>
              <a:gd name="connsiteY3" fmla="*/ 0 h 1595240"/>
              <a:gd name="connsiteX4" fmla="*/ 855425 w 2977292"/>
              <a:gd name="connsiteY4" fmla="*/ 4704 h 1595240"/>
              <a:gd name="connsiteX5" fmla="*/ 963632 w 2977292"/>
              <a:gd name="connsiteY5" fmla="*/ 388957 h 1595240"/>
              <a:gd name="connsiteX6" fmla="*/ 1286431 w 2977292"/>
              <a:gd name="connsiteY6" fmla="*/ 970169 h 1595240"/>
              <a:gd name="connsiteX7" fmla="*/ 1982991 w 2977292"/>
              <a:gd name="connsiteY7" fmla="*/ 912219 h 1595240"/>
              <a:gd name="connsiteX8" fmla="*/ 2107076 w 2977292"/>
              <a:gd name="connsiteY8" fmla="*/ 511371 h 1595240"/>
              <a:gd name="connsiteX9" fmla="*/ 2060459 w 2977292"/>
              <a:gd name="connsiteY9" fmla="*/ 60603 h 1595240"/>
              <a:gd name="connsiteX10" fmla="*/ 2931756 w 2977292"/>
              <a:gd name="connsiteY10" fmla="*/ 133467 h 1595240"/>
              <a:gd name="connsiteX11" fmla="*/ 2568409 w 2977292"/>
              <a:gd name="connsiteY11" fmla="*/ 1426949 h 1595240"/>
              <a:gd name="connsiteX12" fmla="*/ 870249 w 2977292"/>
              <a:gd name="connsiteY12" fmla="*/ 1502043 h 1595240"/>
              <a:gd name="connsiteX0" fmla="*/ 915893 w 2977292"/>
              <a:gd name="connsiteY0" fmla="*/ 1521397 h 1605161"/>
              <a:gd name="connsiteX1" fmla="*/ 463952 w 2977292"/>
              <a:gd name="connsiteY1" fmla="*/ 1281762 h 1605161"/>
              <a:gd name="connsiteX2" fmla="*/ 194856 w 2977292"/>
              <a:gd name="connsiteY2" fmla="*/ 706389 h 1605161"/>
              <a:gd name="connsiteX3" fmla="*/ 0 w 2977292"/>
              <a:gd name="connsiteY3" fmla="*/ 0 h 1605161"/>
              <a:gd name="connsiteX4" fmla="*/ 855425 w 2977292"/>
              <a:gd name="connsiteY4" fmla="*/ 4704 h 1605161"/>
              <a:gd name="connsiteX5" fmla="*/ 963632 w 2977292"/>
              <a:gd name="connsiteY5" fmla="*/ 388957 h 1605161"/>
              <a:gd name="connsiteX6" fmla="*/ 1286431 w 2977292"/>
              <a:gd name="connsiteY6" fmla="*/ 970169 h 1605161"/>
              <a:gd name="connsiteX7" fmla="*/ 1982991 w 2977292"/>
              <a:gd name="connsiteY7" fmla="*/ 912219 h 1605161"/>
              <a:gd name="connsiteX8" fmla="*/ 2107076 w 2977292"/>
              <a:gd name="connsiteY8" fmla="*/ 511371 h 1605161"/>
              <a:gd name="connsiteX9" fmla="*/ 2060459 w 2977292"/>
              <a:gd name="connsiteY9" fmla="*/ 60603 h 1605161"/>
              <a:gd name="connsiteX10" fmla="*/ 2931756 w 2977292"/>
              <a:gd name="connsiteY10" fmla="*/ 133467 h 1605161"/>
              <a:gd name="connsiteX11" fmla="*/ 2568409 w 2977292"/>
              <a:gd name="connsiteY11" fmla="*/ 1426949 h 1605161"/>
              <a:gd name="connsiteX12" fmla="*/ 915893 w 2977292"/>
              <a:gd name="connsiteY12" fmla="*/ 1521397 h 1605161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963632 w 2977292"/>
              <a:gd name="connsiteY5" fmla="*/ 388957 h 1583529"/>
              <a:gd name="connsiteX6" fmla="*/ 1286431 w 2977292"/>
              <a:gd name="connsiteY6" fmla="*/ 970169 h 1583529"/>
              <a:gd name="connsiteX7" fmla="*/ 1982991 w 2977292"/>
              <a:gd name="connsiteY7" fmla="*/ 912219 h 1583529"/>
              <a:gd name="connsiteX8" fmla="*/ 2107076 w 2977292"/>
              <a:gd name="connsiteY8" fmla="*/ 511371 h 1583529"/>
              <a:gd name="connsiteX9" fmla="*/ 2060459 w 2977292"/>
              <a:gd name="connsiteY9" fmla="*/ 60603 h 1583529"/>
              <a:gd name="connsiteX10" fmla="*/ 2931756 w 2977292"/>
              <a:gd name="connsiteY10" fmla="*/ 133467 h 1583529"/>
              <a:gd name="connsiteX11" fmla="*/ 2568409 w 2977292"/>
              <a:gd name="connsiteY11" fmla="*/ 1426949 h 1583529"/>
              <a:gd name="connsiteX12" fmla="*/ 915893 w 2977292"/>
              <a:gd name="connsiteY12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5893 w 2977292"/>
              <a:gd name="connsiteY0" fmla="*/ 1521397 h 1583529"/>
              <a:gd name="connsiteX1" fmla="*/ 463952 w 2977292"/>
              <a:gd name="connsiteY1" fmla="*/ 1281762 h 1583529"/>
              <a:gd name="connsiteX2" fmla="*/ 194856 w 2977292"/>
              <a:gd name="connsiteY2" fmla="*/ 706389 h 1583529"/>
              <a:gd name="connsiteX3" fmla="*/ 0 w 2977292"/>
              <a:gd name="connsiteY3" fmla="*/ 0 h 1583529"/>
              <a:gd name="connsiteX4" fmla="*/ 855425 w 2977292"/>
              <a:gd name="connsiteY4" fmla="*/ 4704 h 1583529"/>
              <a:gd name="connsiteX5" fmla="*/ 1286431 w 2977292"/>
              <a:gd name="connsiteY5" fmla="*/ 970169 h 1583529"/>
              <a:gd name="connsiteX6" fmla="*/ 1982991 w 2977292"/>
              <a:gd name="connsiteY6" fmla="*/ 912219 h 1583529"/>
              <a:gd name="connsiteX7" fmla="*/ 2107076 w 2977292"/>
              <a:gd name="connsiteY7" fmla="*/ 511371 h 1583529"/>
              <a:gd name="connsiteX8" fmla="*/ 2060459 w 2977292"/>
              <a:gd name="connsiteY8" fmla="*/ 60603 h 1583529"/>
              <a:gd name="connsiteX9" fmla="*/ 2931756 w 2977292"/>
              <a:gd name="connsiteY9" fmla="*/ 133467 h 1583529"/>
              <a:gd name="connsiteX10" fmla="*/ 2568409 w 2977292"/>
              <a:gd name="connsiteY10" fmla="*/ 1426949 h 1583529"/>
              <a:gd name="connsiteX11" fmla="*/ 915893 w 2977292"/>
              <a:gd name="connsiteY11" fmla="*/ 1521397 h 1583529"/>
              <a:gd name="connsiteX0" fmla="*/ 916653 w 2978052"/>
              <a:gd name="connsiteY0" fmla="*/ 1516693 h 1578825"/>
              <a:gd name="connsiteX1" fmla="*/ 464712 w 2978052"/>
              <a:gd name="connsiteY1" fmla="*/ 1277058 h 1578825"/>
              <a:gd name="connsiteX2" fmla="*/ 195616 w 2978052"/>
              <a:gd name="connsiteY2" fmla="*/ 701685 h 1578825"/>
              <a:gd name="connsiteX3" fmla="*/ -1 w 2978052"/>
              <a:gd name="connsiteY3" fmla="*/ 30482 h 1578825"/>
              <a:gd name="connsiteX4" fmla="*/ 856185 w 2978052"/>
              <a:gd name="connsiteY4" fmla="*/ 0 h 1578825"/>
              <a:gd name="connsiteX5" fmla="*/ 1287191 w 2978052"/>
              <a:gd name="connsiteY5" fmla="*/ 965465 h 1578825"/>
              <a:gd name="connsiteX6" fmla="*/ 1983751 w 2978052"/>
              <a:gd name="connsiteY6" fmla="*/ 907515 h 1578825"/>
              <a:gd name="connsiteX7" fmla="*/ 2107836 w 2978052"/>
              <a:gd name="connsiteY7" fmla="*/ 506667 h 1578825"/>
              <a:gd name="connsiteX8" fmla="*/ 2061219 w 2978052"/>
              <a:gd name="connsiteY8" fmla="*/ 55899 h 1578825"/>
              <a:gd name="connsiteX9" fmla="*/ 2932516 w 2978052"/>
              <a:gd name="connsiteY9" fmla="*/ 128763 h 1578825"/>
              <a:gd name="connsiteX10" fmla="*/ 2569169 w 2978052"/>
              <a:gd name="connsiteY10" fmla="*/ 1422245 h 1578825"/>
              <a:gd name="connsiteX11" fmla="*/ 916653 w 2978052"/>
              <a:gd name="connsiteY11" fmla="*/ 1516693 h 1578825"/>
              <a:gd name="connsiteX0" fmla="*/ 930056 w 2991455"/>
              <a:gd name="connsiteY0" fmla="*/ 1516693 h 1578825"/>
              <a:gd name="connsiteX1" fmla="*/ 478115 w 2991455"/>
              <a:gd name="connsiteY1" fmla="*/ 1277058 h 1578825"/>
              <a:gd name="connsiteX2" fmla="*/ 209019 w 2991455"/>
              <a:gd name="connsiteY2" fmla="*/ 701685 h 1578825"/>
              <a:gd name="connsiteX3" fmla="*/ 1 w 2991455"/>
              <a:gd name="connsiteY3" fmla="*/ 49383 h 1578825"/>
              <a:gd name="connsiteX4" fmla="*/ 869588 w 2991455"/>
              <a:gd name="connsiteY4" fmla="*/ 0 h 1578825"/>
              <a:gd name="connsiteX5" fmla="*/ 1300594 w 2991455"/>
              <a:gd name="connsiteY5" fmla="*/ 965465 h 1578825"/>
              <a:gd name="connsiteX6" fmla="*/ 1997154 w 2991455"/>
              <a:gd name="connsiteY6" fmla="*/ 907515 h 1578825"/>
              <a:gd name="connsiteX7" fmla="*/ 2121239 w 2991455"/>
              <a:gd name="connsiteY7" fmla="*/ 506667 h 1578825"/>
              <a:gd name="connsiteX8" fmla="*/ 2074622 w 2991455"/>
              <a:gd name="connsiteY8" fmla="*/ 55899 h 1578825"/>
              <a:gd name="connsiteX9" fmla="*/ 2945919 w 2991455"/>
              <a:gd name="connsiteY9" fmla="*/ 128763 h 1578825"/>
              <a:gd name="connsiteX10" fmla="*/ 2582572 w 2991455"/>
              <a:gd name="connsiteY10" fmla="*/ 1422245 h 1578825"/>
              <a:gd name="connsiteX11" fmla="*/ 930056 w 2991455"/>
              <a:gd name="connsiteY11" fmla="*/ 1516693 h 1578825"/>
              <a:gd name="connsiteX0" fmla="*/ 930054 w 2991453"/>
              <a:gd name="connsiteY0" fmla="*/ 1516693 h 1578825"/>
              <a:gd name="connsiteX1" fmla="*/ 478113 w 2991453"/>
              <a:gd name="connsiteY1" fmla="*/ 1277058 h 1578825"/>
              <a:gd name="connsiteX2" fmla="*/ 209017 w 2991453"/>
              <a:gd name="connsiteY2" fmla="*/ 701685 h 1578825"/>
              <a:gd name="connsiteX3" fmla="*/ -1 w 2991453"/>
              <a:gd name="connsiteY3" fmla="*/ 49383 h 1578825"/>
              <a:gd name="connsiteX4" fmla="*/ 869586 w 2991453"/>
              <a:gd name="connsiteY4" fmla="*/ 0 h 1578825"/>
              <a:gd name="connsiteX5" fmla="*/ 1300592 w 2991453"/>
              <a:gd name="connsiteY5" fmla="*/ 965465 h 1578825"/>
              <a:gd name="connsiteX6" fmla="*/ 1997152 w 2991453"/>
              <a:gd name="connsiteY6" fmla="*/ 907515 h 1578825"/>
              <a:gd name="connsiteX7" fmla="*/ 2121237 w 2991453"/>
              <a:gd name="connsiteY7" fmla="*/ 506667 h 1578825"/>
              <a:gd name="connsiteX8" fmla="*/ 2074620 w 2991453"/>
              <a:gd name="connsiteY8" fmla="*/ 55899 h 1578825"/>
              <a:gd name="connsiteX9" fmla="*/ 2945917 w 2991453"/>
              <a:gd name="connsiteY9" fmla="*/ 128763 h 1578825"/>
              <a:gd name="connsiteX10" fmla="*/ 2582570 w 2991453"/>
              <a:gd name="connsiteY10" fmla="*/ 1422245 h 1578825"/>
              <a:gd name="connsiteX11" fmla="*/ 930054 w 2991453"/>
              <a:gd name="connsiteY11" fmla="*/ 1516693 h 1578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91453" h="1578825">
                <a:moveTo>
                  <a:pt x="930054" y="1516693"/>
                </a:moveTo>
                <a:cubicBezTo>
                  <a:pt x="654774" y="1472336"/>
                  <a:pt x="598286" y="1412893"/>
                  <a:pt x="478113" y="1277058"/>
                </a:cubicBezTo>
                <a:cubicBezTo>
                  <a:pt x="357940" y="1141223"/>
                  <a:pt x="288703" y="906297"/>
                  <a:pt x="209017" y="701685"/>
                </a:cubicBezTo>
                <a:cubicBezTo>
                  <a:pt x="129331" y="497073"/>
                  <a:pt x="12107" y="190975"/>
                  <a:pt x="-1" y="49383"/>
                </a:cubicBezTo>
                <a:cubicBezTo>
                  <a:pt x="388345" y="11858"/>
                  <a:pt x="579724" y="16461"/>
                  <a:pt x="869586" y="0"/>
                </a:cubicBezTo>
                <a:cubicBezTo>
                  <a:pt x="971535" y="448899"/>
                  <a:pt x="1173780" y="902085"/>
                  <a:pt x="1300592" y="965465"/>
                </a:cubicBezTo>
                <a:cubicBezTo>
                  <a:pt x="1427404" y="1028845"/>
                  <a:pt x="1786186" y="984638"/>
                  <a:pt x="1997152" y="907515"/>
                </a:cubicBezTo>
                <a:cubicBezTo>
                  <a:pt x="2114878" y="810608"/>
                  <a:pt x="2136624" y="673718"/>
                  <a:pt x="2121237" y="506667"/>
                </a:cubicBezTo>
                <a:cubicBezTo>
                  <a:pt x="2110912" y="318629"/>
                  <a:pt x="2090715" y="196524"/>
                  <a:pt x="2074620" y="55899"/>
                </a:cubicBezTo>
                <a:lnTo>
                  <a:pt x="2945917" y="128763"/>
                </a:lnTo>
                <a:cubicBezTo>
                  <a:pt x="2923839" y="381263"/>
                  <a:pt x="3207801" y="1134134"/>
                  <a:pt x="2582570" y="1422245"/>
                </a:cubicBezTo>
                <a:cubicBezTo>
                  <a:pt x="2162450" y="1610211"/>
                  <a:pt x="1463869" y="1612017"/>
                  <a:pt x="930054" y="15166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387526-1CCE-605F-44AF-A4DC82A701C0}"/>
              </a:ext>
            </a:extLst>
          </p:cNvPr>
          <p:cNvGrpSpPr/>
          <p:nvPr/>
        </p:nvGrpSpPr>
        <p:grpSpPr>
          <a:xfrm rot="21128632">
            <a:off x="958989" y="4984630"/>
            <a:ext cx="688256" cy="306609"/>
            <a:chOff x="10096975" y="5939226"/>
            <a:chExt cx="929806" cy="414217"/>
          </a:xfrm>
        </p:grpSpPr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C6C9B8C3-563E-F90A-1311-67A5E68E1A9A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D6D005CD-1528-1D13-E6B8-C4D82A756A42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96357065-7847-6D2A-84E4-A5962BAE7D25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924"/>
            <a:ext cx="3927204" cy="21952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3938" y="947925"/>
            <a:ext cx="5821341" cy="513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3938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418" y="6341919"/>
            <a:ext cx="598081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88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1B429466-2F16-A703-C2D9-6A0662DBFC62}"/>
              </a:ext>
            </a:extLst>
          </p:cNvPr>
          <p:cNvGrpSpPr/>
          <p:nvPr/>
        </p:nvGrpSpPr>
        <p:grpSpPr>
          <a:xfrm>
            <a:off x="6873544" y="5007650"/>
            <a:ext cx="5412805" cy="1938324"/>
            <a:chOff x="7272291" y="5149621"/>
            <a:chExt cx="5014059" cy="1795533"/>
          </a:xfrm>
        </p:grpSpPr>
        <p:sp>
          <p:nvSpPr>
            <p:cNvPr id="8" name="Isosceles Triangle 2">
              <a:extLst>
                <a:ext uri="{FF2B5EF4-FFF2-40B4-BE49-F238E27FC236}">
                  <a16:creationId xmlns:a16="http://schemas.microsoft.com/office/drawing/2014/main" id="{14CD15F2-5147-46E6-4B43-272AC0A2C04C}"/>
                </a:ext>
              </a:extLst>
            </p:cNvPr>
            <p:cNvSpPr/>
            <p:nvPr/>
          </p:nvSpPr>
          <p:spPr>
            <a:xfrm rot="10342974">
              <a:off x="10615537" y="5375467"/>
              <a:ext cx="1670813" cy="1508854"/>
            </a:xfrm>
            <a:custGeom>
              <a:avLst/>
              <a:gdLst>
                <a:gd name="connsiteX0" fmla="*/ 0 w 1452562"/>
                <a:gd name="connsiteY0" fmla="*/ 1151164 h 1151164"/>
                <a:gd name="connsiteX1" fmla="*/ 726281 w 1452562"/>
                <a:gd name="connsiteY1" fmla="*/ 0 h 1151164"/>
                <a:gd name="connsiteX2" fmla="*/ 1452562 w 1452562"/>
                <a:gd name="connsiteY2" fmla="*/ 1151164 h 1151164"/>
                <a:gd name="connsiteX3" fmla="*/ 0 w 1452562"/>
                <a:gd name="connsiteY3" fmla="*/ 1151164 h 1151164"/>
                <a:gd name="connsiteX0" fmla="*/ 0 w 1385281"/>
                <a:gd name="connsiteY0" fmla="*/ 1151164 h 1165456"/>
                <a:gd name="connsiteX1" fmla="*/ 726281 w 1385281"/>
                <a:gd name="connsiteY1" fmla="*/ 0 h 1165456"/>
                <a:gd name="connsiteX2" fmla="*/ 1385281 w 1385281"/>
                <a:gd name="connsiteY2" fmla="*/ 1165456 h 1165456"/>
                <a:gd name="connsiteX3" fmla="*/ 0 w 1385281"/>
                <a:gd name="connsiteY3" fmla="*/ 1151164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0 w 1274005"/>
                <a:gd name="connsiteY0" fmla="*/ 1037459 h 1165456"/>
                <a:gd name="connsiteX1" fmla="*/ 615005 w 1274005"/>
                <a:gd name="connsiteY1" fmla="*/ 0 h 1165456"/>
                <a:gd name="connsiteX2" fmla="*/ 1274005 w 1274005"/>
                <a:gd name="connsiteY2" fmla="*/ 1165456 h 1165456"/>
                <a:gd name="connsiteX3" fmla="*/ 0 w 1274005"/>
                <a:gd name="connsiteY3" fmla="*/ 1037459 h 1165456"/>
                <a:gd name="connsiteX0" fmla="*/ 15084 w 1289089"/>
                <a:gd name="connsiteY0" fmla="*/ 1159324 h 1287321"/>
                <a:gd name="connsiteX1" fmla="*/ 573167 w 1289089"/>
                <a:gd name="connsiteY1" fmla="*/ 152458 h 1287321"/>
                <a:gd name="connsiteX2" fmla="*/ 630089 w 1289089"/>
                <a:gd name="connsiteY2" fmla="*/ 121865 h 1287321"/>
                <a:gd name="connsiteX3" fmla="*/ 1289089 w 1289089"/>
                <a:gd name="connsiteY3" fmla="*/ 1287321 h 1287321"/>
                <a:gd name="connsiteX4" fmla="*/ 15084 w 1289089"/>
                <a:gd name="connsiteY4" fmla="*/ 1159324 h 1287321"/>
                <a:gd name="connsiteX0" fmla="*/ 15084 w 1289089"/>
                <a:gd name="connsiteY0" fmla="*/ 1092203 h 1220200"/>
                <a:gd name="connsiteX1" fmla="*/ 573167 w 1289089"/>
                <a:gd name="connsiteY1" fmla="*/ 85337 h 1220200"/>
                <a:gd name="connsiteX2" fmla="*/ 682867 w 1289089"/>
                <a:gd name="connsiteY2" fmla="*/ 214810 h 1220200"/>
                <a:gd name="connsiteX3" fmla="*/ 1289089 w 1289089"/>
                <a:gd name="connsiteY3" fmla="*/ 1220200 h 1220200"/>
                <a:gd name="connsiteX4" fmla="*/ 15084 w 1289089"/>
                <a:gd name="connsiteY4" fmla="*/ 1092203 h 1220200"/>
                <a:gd name="connsiteX0" fmla="*/ 15284 w 1289289"/>
                <a:gd name="connsiteY0" fmla="*/ 1019701 h 1147698"/>
                <a:gd name="connsiteX1" fmla="*/ 564801 w 1289289"/>
                <a:gd name="connsiteY1" fmla="*/ 129029 h 1147698"/>
                <a:gd name="connsiteX2" fmla="*/ 683067 w 1289289"/>
                <a:gd name="connsiteY2" fmla="*/ 142308 h 1147698"/>
                <a:gd name="connsiteX3" fmla="*/ 1289289 w 1289289"/>
                <a:gd name="connsiteY3" fmla="*/ 1147698 h 1147698"/>
                <a:gd name="connsiteX4" fmla="*/ 15284 w 1289289"/>
                <a:gd name="connsiteY4" fmla="*/ 1019701 h 1147698"/>
                <a:gd name="connsiteX0" fmla="*/ 15284 w 1289289"/>
                <a:gd name="connsiteY0" fmla="*/ 983373 h 1111370"/>
                <a:gd name="connsiteX1" fmla="*/ 564801 w 1289289"/>
                <a:gd name="connsiteY1" fmla="*/ 92701 h 1111370"/>
                <a:gd name="connsiteX2" fmla="*/ 683067 w 1289289"/>
                <a:gd name="connsiteY2" fmla="*/ 105980 h 1111370"/>
                <a:gd name="connsiteX3" fmla="*/ 1289289 w 1289289"/>
                <a:gd name="connsiteY3" fmla="*/ 1111370 h 1111370"/>
                <a:gd name="connsiteX4" fmla="*/ 15284 w 1289289"/>
                <a:gd name="connsiteY4" fmla="*/ 983373 h 1111370"/>
                <a:gd name="connsiteX0" fmla="*/ 16242 w 1290247"/>
                <a:gd name="connsiteY0" fmla="*/ 983373 h 1111370"/>
                <a:gd name="connsiteX1" fmla="*/ 565759 w 1290247"/>
                <a:gd name="connsiteY1" fmla="*/ 92701 h 1111370"/>
                <a:gd name="connsiteX2" fmla="*/ 684025 w 1290247"/>
                <a:gd name="connsiteY2" fmla="*/ 105980 h 1111370"/>
                <a:gd name="connsiteX3" fmla="*/ 1290247 w 1290247"/>
                <a:gd name="connsiteY3" fmla="*/ 1111370 h 1111370"/>
                <a:gd name="connsiteX4" fmla="*/ 16242 w 1290247"/>
                <a:gd name="connsiteY4" fmla="*/ 983373 h 1111370"/>
                <a:gd name="connsiteX0" fmla="*/ 0 w 1274005"/>
                <a:gd name="connsiteY0" fmla="*/ 983373 h 1111370"/>
                <a:gd name="connsiteX1" fmla="*/ 549517 w 1274005"/>
                <a:gd name="connsiteY1" fmla="*/ 92701 h 1111370"/>
                <a:gd name="connsiteX2" fmla="*/ 667783 w 1274005"/>
                <a:gd name="connsiteY2" fmla="*/ 105980 h 1111370"/>
                <a:gd name="connsiteX3" fmla="*/ 1274005 w 1274005"/>
                <a:gd name="connsiteY3" fmla="*/ 1111370 h 1111370"/>
                <a:gd name="connsiteX4" fmla="*/ 0 w 1274005"/>
                <a:gd name="connsiteY4" fmla="*/ 983373 h 1111370"/>
                <a:gd name="connsiteX0" fmla="*/ 0 w 1274005"/>
                <a:gd name="connsiteY0" fmla="*/ 972764 h 1100761"/>
                <a:gd name="connsiteX1" fmla="*/ 524276 w 1274005"/>
                <a:gd name="connsiteY1" fmla="*/ 112898 h 1100761"/>
                <a:gd name="connsiteX2" fmla="*/ 667783 w 1274005"/>
                <a:gd name="connsiteY2" fmla="*/ 95371 h 1100761"/>
                <a:gd name="connsiteX3" fmla="*/ 1274005 w 1274005"/>
                <a:gd name="connsiteY3" fmla="*/ 1100761 h 1100761"/>
                <a:gd name="connsiteX4" fmla="*/ 0 w 1274005"/>
                <a:gd name="connsiteY4" fmla="*/ 972764 h 1100761"/>
                <a:gd name="connsiteX0" fmla="*/ 0 w 1274005"/>
                <a:gd name="connsiteY0" fmla="*/ 971972 h 1099969"/>
                <a:gd name="connsiteX1" fmla="*/ 524276 w 1274005"/>
                <a:gd name="connsiteY1" fmla="*/ 112106 h 1099969"/>
                <a:gd name="connsiteX2" fmla="*/ 667783 w 1274005"/>
                <a:gd name="connsiteY2" fmla="*/ 94579 h 1099969"/>
                <a:gd name="connsiteX3" fmla="*/ 1274005 w 1274005"/>
                <a:gd name="connsiteY3" fmla="*/ 1099969 h 1099969"/>
                <a:gd name="connsiteX4" fmla="*/ 0 w 1274005"/>
                <a:gd name="connsiteY4" fmla="*/ 971972 h 1099969"/>
                <a:gd name="connsiteX0" fmla="*/ 0 w 1274005"/>
                <a:gd name="connsiteY0" fmla="*/ 965402 h 1093399"/>
                <a:gd name="connsiteX1" fmla="*/ 524276 w 1274005"/>
                <a:gd name="connsiteY1" fmla="*/ 105536 h 1093399"/>
                <a:gd name="connsiteX2" fmla="*/ 674791 w 1274005"/>
                <a:gd name="connsiteY2" fmla="*/ 97657 h 1093399"/>
                <a:gd name="connsiteX3" fmla="*/ 1274005 w 1274005"/>
                <a:gd name="connsiteY3" fmla="*/ 1093399 h 1093399"/>
                <a:gd name="connsiteX4" fmla="*/ 0 w 1274005"/>
                <a:gd name="connsiteY4" fmla="*/ 965402 h 1093399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74005 w 1274005"/>
                <a:gd name="connsiteY3" fmla="*/ 1085092 h 1085092"/>
                <a:gd name="connsiteX4" fmla="*/ 0 w 1274005"/>
                <a:gd name="connsiteY4" fmla="*/ 957095 h 1085092"/>
                <a:gd name="connsiteX0" fmla="*/ 0 w 1274005"/>
                <a:gd name="connsiteY0" fmla="*/ 957095 h 1085092"/>
                <a:gd name="connsiteX1" fmla="*/ 524276 w 1274005"/>
                <a:gd name="connsiteY1" fmla="*/ 97229 h 1085092"/>
                <a:gd name="connsiteX2" fmla="*/ 674791 w 1274005"/>
                <a:gd name="connsiteY2" fmla="*/ 89350 h 1085092"/>
                <a:gd name="connsiteX3" fmla="*/ 1217518 w 1274005"/>
                <a:gd name="connsiteY3" fmla="*/ 956420 h 1085092"/>
                <a:gd name="connsiteX4" fmla="*/ 1274005 w 1274005"/>
                <a:gd name="connsiteY4" fmla="*/ 1085092 h 1085092"/>
                <a:gd name="connsiteX5" fmla="*/ 0 w 1274005"/>
                <a:gd name="connsiteY5" fmla="*/ 957095 h 1085092"/>
                <a:gd name="connsiteX0" fmla="*/ 0 w 1239372"/>
                <a:gd name="connsiteY0" fmla="*/ 957095 h 1088139"/>
                <a:gd name="connsiteX1" fmla="*/ 524276 w 1239372"/>
                <a:gd name="connsiteY1" fmla="*/ 97229 h 1088139"/>
                <a:gd name="connsiteX2" fmla="*/ 674791 w 1239372"/>
                <a:gd name="connsiteY2" fmla="*/ 89350 h 1088139"/>
                <a:gd name="connsiteX3" fmla="*/ 1217518 w 1239372"/>
                <a:gd name="connsiteY3" fmla="*/ 956420 h 1088139"/>
                <a:gd name="connsiteX4" fmla="*/ 1239372 w 1239372"/>
                <a:gd name="connsiteY4" fmla="*/ 1088139 h 1088139"/>
                <a:gd name="connsiteX5" fmla="*/ 0 w 1239372"/>
                <a:gd name="connsiteY5" fmla="*/ 957095 h 1088139"/>
                <a:gd name="connsiteX0" fmla="*/ 0 w 1255895"/>
                <a:gd name="connsiteY0" fmla="*/ 957095 h 1087474"/>
                <a:gd name="connsiteX1" fmla="*/ 524276 w 1255895"/>
                <a:gd name="connsiteY1" fmla="*/ 97229 h 1087474"/>
                <a:gd name="connsiteX2" fmla="*/ 674791 w 1255895"/>
                <a:gd name="connsiteY2" fmla="*/ 89350 h 1087474"/>
                <a:gd name="connsiteX3" fmla="*/ 1217518 w 1255895"/>
                <a:gd name="connsiteY3" fmla="*/ 956420 h 1087474"/>
                <a:gd name="connsiteX4" fmla="*/ 1255895 w 1255895"/>
                <a:gd name="connsiteY4" fmla="*/ 1087474 h 1087474"/>
                <a:gd name="connsiteX5" fmla="*/ 0 w 1255895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7474"/>
                <a:gd name="connsiteX1" fmla="*/ 524276 w 1262004"/>
                <a:gd name="connsiteY1" fmla="*/ 97229 h 1087474"/>
                <a:gd name="connsiteX2" fmla="*/ 674791 w 1262004"/>
                <a:gd name="connsiteY2" fmla="*/ 89350 h 1087474"/>
                <a:gd name="connsiteX3" fmla="*/ 1217518 w 1262004"/>
                <a:gd name="connsiteY3" fmla="*/ 956420 h 1087474"/>
                <a:gd name="connsiteX4" fmla="*/ 1255895 w 1262004"/>
                <a:gd name="connsiteY4" fmla="*/ 1087474 h 1087474"/>
                <a:gd name="connsiteX5" fmla="*/ 0 w 1262004"/>
                <a:gd name="connsiteY5" fmla="*/ 957095 h 1087474"/>
                <a:gd name="connsiteX0" fmla="*/ 0 w 1262004"/>
                <a:gd name="connsiteY0" fmla="*/ 957095 h 1088788"/>
                <a:gd name="connsiteX1" fmla="*/ 524276 w 1262004"/>
                <a:gd name="connsiteY1" fmla="*/ 97229 h 1088788"/>
                <a:gd name="connsiteX2" fmla="*/ 674791 w 1262004"/>
                <a:gd name="connsiteY2" fmla="*/ 89350 h 1088788"/>
                <a:gd name="connsiteX3" fmla="*/ 1217518 w 1262004"/>
                <a:gd name="connsiteY3" fmla="*/ 956420 h 1088788"/>
                <a:gd name="connsiteX4" fmla="*/ 1255895 w 1262004"/>
                <a:gd name="connsiteY4" fmla="*/ 1087474 h 1088788"/>
                <a:gd name="connsiteX5" fmla="*/ 0 w 1262004"/>
                <a:gd name="connsiteY5" fmla="*/ 957095 h 1088788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213249"/>
                <a:gd name="connsiteY0" fmla="*/ 1236679 h 1243473"/>
                <a:gd name="connsiteX1" fmla="*/ 475521 w 1213249"/>
                <a:gd name="connsiteY1" fmla="*/ 97229 h 1243473"/>
                <a:gd name="connsiteX2" fmla="*/ 626036 w 1213249"/>
                <a:gd name="connsiteY2" fmla="*/ 89350 h 1243473"/>
                <a:gd name="connsiteX3" fmla="*/ 1168763 w 1213249"/>
                <a:gd name="connsiteY3" fmla="*/ 956420 h 1243473"/>
                <a:gd name="connsiteX4" fmla="*/ 1207140 w 1213249"/>
                <a:gd name="connsiteY4" fmla="*/ 1087474 h 1243473"/>
                <a:gd name="connsiteX5" fmla="*/ 0 w 1213249"/>
                <a:gd name="connsiteY5" fmla="*/ 1236679 h 1243473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18961"/>
                <a:gd name="connsiteY0" fmla="*/ 1124865 h 1139344"/>
                <a:gd name="connsiteX1" fmla="*/ 381233 w 1118961"/>
                <a:gd name="connsiteY1" fmla="*/ 97229 h 1139344"/>
                <a:gd name="connsiteX2" fmla="*/ 531748 w 1118961"/>
                <a:gd name="connsiteY2" fmla="*/ 89350 h 1139344"/>
                <a:gd name="connsiteX3" fmla="*/ 1074475 w 1118961"/>
                <a:gd name="connsiteY3" fmla="*/ 956420 h 1139344"/>
                <a:gd name="connsiteX4" fmla="*/ 1112852 w 1118961"/>
                <a:gd name="connsiteY4" fmla="*/ 1087474 h 1139344"/>
                <a:gd name="connsiteX5" fmla="*/ 0 w 1118961"/>
                <a:gd name="connsiteY5" fmla="*/ 1124865 h 1139344"/>
                <a:gd name="connsiteX0" fmla="*/ 0 w 1141041"/>
                <a:gd name="connsiteY0" fmla="*/ 1092540 h 1113741"/>
                <a:gd name="connsiteX1" fmla="*/ 403313 w 1141041"/>
                <a:gd name="connsiteY1" fmla="*/ 97229 h 1113741"/>
                <a:gd name="connsiteX2" fmla="*/ 553828 w 1141041"/>
                <a:gd name="connsiteY2" fmla="*/ 89350 h 1113741"/>
                <a:gd name="connsiteX3" fmla="*/ 1096555 w 1141041"/>
                <a:gd name="connsiteY3" fmla="*/ 956420 h 1113741"/>
                <a:gd name="connsiteX4" fmla="*/ 1134932 w 1141041"/>
                <a:gd name="connsiteY4" fmla="*/ 1087474 h 1113741"/>
                <a:gd name="connsiteX5" fmla="*/ 0 w 1141041"/>
                <a:gd name="connsiteY5" fmla="*/ 1092540 h 1113741"/>
                <a:gd name="connsiteX0" fmla="*/ 0 w 1141041"/>
                <a:gd name="connsiteY0" fmla="*/ 1148921 h 1170122"/>
                <a:gd name="connsiteX1" fmla="*/ 403313 w 1141041"/>
                <a:gd name="connsiteY1" fmla="*/ 153610 h 1170122"/>
                <a:gd name="connsiteX2" fmla="*/ 553828 w 1141041"/>
                <a:gd name="connsiteY2" fmla="*/ 68870 h 1170122"/>
                <a:gd name="connsiteX3" fmla="*/ 1096555 w 1141041"/>
                <a:gd name="connsiteY3" fmla="*/ 1012801 h 1170122"/>
                <a:gd name="connsiteX4" fmla="*/ 1134932 w 1141041"/>
                <a:gd name="connsiteY4" fmla="*/ 1143855 h 1170122"/>
                <a:gd name="connsiteX5" fmla="*/ 0 w 1141041"/>
                <a:gd name="connsiteY5" fmla="*/ 1148921 h 1170122"/>
                <a:gd name="connsiteX0" fmla="*/ 0 w 1141041"/>
                <a:gd name="connsiteY0" fmla="*/ 1180261 h 1201462"/>
                <a:gd name="connsiteX1" fmla="*/ 447118 w 1141041"/>
                <a:gd name="connsiteY1" fmla="*/ 78808 h 1201462"/>
                <a:gd name="connsiteX2" fmla="*/ 553828 w 1141041"/>
                <a:gd name="connsiteY2" fmla="*/ 100210 h 1201462"/>
                <a:gd name="connsiteX3" fmla="*/ 1096555 w 1141041"/>
                <a:gd name="connsiteY3" fmla="*/ 1044141 h 1201462"/>
                <a:gd name="connsiteX4" fmla="*/ 1134932 w 1141041"/>
                <a:gd name="connsiteY4" fmla="*/ 1175195 h 1201462"/>
                <a:gd name="connsiteX5" fmla="*/ 0 w 1141041"/>
                <a:gd name="connsiteY5" fmla="*/ 1180261 h 1201462"/>
                <a:gd name="connsiteX0" fmla="*/ 0 w 1141041"/>
                <a:gd name="connsiteY0" fmla="*/ 1168083 h 1189284"/>
                <a:gd name="connsiteX1" fmla="*/ 447118 w 1141041"/>
                <a:gd name="connsiteY1" fmla="*/ 66630 h 1189284"/>
                <a:gd name="connsiteX2" fmla="*/ 553828 w 1141041"/>
                <a:gd name="connsiteY2" fmla="*/ 88032 h 1189284"/>
                <a:gd name="connsiteX3" fmla="*/ 1096555 w 1141041"/>
                <a:gd name="connsiteY3" fmla="*/ 1031963 h 1189284"/>
                <a:gd name="connsiteX4" fmla="*/ 1134932 w 1141041"/>
                <a:gd name="connsiteY4" fmla="*/ 1163017 h 1189284"/>
                <a:gd name="connsiteX5" fmla="*/ 0 w 1141041"/>
                <a:gd name="connsiteY5" fmla="*/ 1168083 h 1189284"/>
                <a:gd name="connsiteX0" fmla="*/ 0 w 1141041"/>
                <a:gd name="connsiteY0" fmla="*/ 1153064 h 1174265"/>
                <a:gd name="connsiteX1" fmla="*/ 447118 w 1141041"/>
                <a:gd name="connsiteY1" fmla="*/ 51611 h 1174265"/>
                <a:gd name="connsiteX2" fmla="*/ 553828 w 1141041"/>
                <a:gd name="connsiteY2" fmla="*/ 73013 h 1174265"/>
                <a:gd name="connsiteX3" fmla="*/ 1096555 w 1141041"/>
                <a:gd name="connsiteY3" fmla="*/ 1016944 h 1174265"/>
                <a:gd name="connsiteX4" fmla="*/ 1134932 w 1141041"/>
                <a:gd name="connsiteY4" fmla="*/ 1147998 h 1174265"/>
                <a:gd name="connsiteX5" fmla="*/ 0 w 1141041"/>
                <a:gd name="connsiteY5" fmla="*/ 1153064 h 1174265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41041"/>
                <a:gd name="connsiteY0" fmla="*/ 1153064 h 1154648"/>
                <a:gd name="connsiteX1" fmla="*/ 447118 w 1141041"/>
                <a:gd name="connsiteY1" fmla="*/ 51611 h 1154648"/>
                <a:gd name="connsiteX2" fmla="*/ 553828 w 1141041"/>
                <a:gd name="connsiteY2" fmla="*/ 73013 h 1154648"/>
                <a:gd name="connsiteX3" fmla="*/ 1096555 w 1141041"/>
                <a:gd name="connsiteY3" fmla="*/ 1016944 h 1154648"/>
                <a:gd name="connsiteX4" fmla="*/ 1134932 w 1141041"/>
                <a:gd name="connsiteY4" fmla="*/ 1147998 h 1154648"/>
                <a:gd name="connsiteX5" fmla="*/ 0 w 1141041"/>
                <a:gd name="connsiteY5" fmla="*/ 1153064 h 1154648"/>
                <a:gd name="connsiteX0" fmla="*/ 0 w 1168418"/>
                <a:gd name="connsiteY0" fmla="*/ 1149404 h 1153680"/>
                <a:gd name="connsiteX1" fmla="*/ 474495 w 1168418"/>
                <a:gd name="connsiteY1" fmla="*/ 51611 h 1153680"/>
                <a:gd name="connsiteX2" fmla="*/ 581205 w 1168418"/>
                <a:gd name="connsiteY2" fmla="*/ 73013 h 1153680"/>
                <a:gd name="connsiteX3" fmla="*/ 1123932 w 1168418"/>
                <a:gd name="connsiteY3" fmla="*/ 1016944 h 1153680"/>
                <a:gd name="connsiteX4" fmla="*/ 1162309 w 1168418"/>
                <a:gd name="connsiteY4" fmla="*/ 1147998 h 1153680"/>
                <a:gd name="connsiteX5" fmla="*/ 0 w 1168418"/>
                <a:gd name="connsiteY5" fmla="*/ 1149404 h 1153680"/>
                <a:gd name="connsiteX0" fmla="*/ 0 w 1168418"/>
                <a:gd name="connsiteY0" fmla="*/ 1130273 h 1134549"/>
                <a:gd name="connsiteX1" fmla="*/ 483144 w 1168418"/>
                <a:gd name="connsiteY1" fmla="*/ 101849 h 1134549"/>
                <a:gd name="connsiteX2" fmla="*/ 581205 w 1168418"/>
                <a:gd name="connsiteY2" fmla="*/ 53882 h 1134549"/>
                <a:gd name="connsiteX3" fmla="*/ 1123932 w 1168418"/>
                <a:gd name="connsiteY3" fmla="*/ 997813 h 1134549"/>
                <a:gd name="connsiteX4" fmla="*/ 1162309 w 1168418"/>
                <a:gd name="connsiteY4" fmla="*/ 1128867 h 1134549"/>
                <a:gd name="connsiteX5" fmla="*/ 0 w 1168418"/>
                <a:gd name="connsiteY5" fmla="*/ 1130273 h 1134549"/>
                <a:gd name="connsiteX0" fmla="*/ 0 w 1168418"/>
                <a:gd name="connsiteY0" fmla="*/ 1106978 h 1111254"/>
                <a:gd name="connsiteX1" fmla="*/ 483144 w 1168418"/>
                <a:gd name="connsiteY1" fmla="*/ 78554 h 1111254"/>
                <a:gd name="connsiteX2" fmla="*/ 589855 w 1168418"/>
                <a:gd name="connsiteY2" fmla="*/ 60936 h 1111254"/>
                <a:gd name="connsiteX3" fmla="*/ 1123932 w 1168418"/>
                <a:gd name="connsiteY3" fmla="*/ 974518 h 1111254"/>
                <a:gd name="connsiteX4" fmla="*/ 1162309 w 1168418"/>
                <a:gd name="connsiteY4" fmla="*/ 1105572 h 1111254"/>
                <a:gd name="connsiteX5" fmla="*/ 0 w 1168418"/>
                <a:gd name="connsiteY5" fmla="*/ 1106978 h 1111254"/>
                <a:gd name="connsiteX0" fmla="*/ 0 w 1168418"/>
                <a:gd name="connsiteY0" fmla="*/ 1065551 h 1069827"/>
                <a:gd name="connsiteX1" fmla="*/ 483144 w 1168418"/>
                <a:gd name="connsiteY1" fmla="*/ 37127 h 1069827"/>
                <a:gd name="connsiteX2" fmla="*/ 589855 w 1168418"/>
                <a:gd name="connsiteY2" fmla="*/ 19509 h 1069827"/>
                <a:gd name="connsiteX3" fmla="*/ 1123932 w 1168418"/>
                <a:gd name="connsiteY3" fmla="*/ 933091 h 1069827"/>
                <a:gd name="connsiteX4" fmla="*/ 1162309 w 1168418"/>
                <a:gd name="connsiteY4" fmla="*/ 1064145 h 1069827"/>
                <a:gd name="connsiteX5" fmla="*/ 0 w 1168418"/>
                <a:gd name="connsiteY5" fmla="*/ 1065551 h 1069827"/>
                <a:gd name="connsiteX0" fmla="*/ 0 w 1168418"/>
                <a:gd name="connsiteY0" fmla="*/ 1028904 h 1033180"/>
                <a:gd name="connsiteX1" fmla="*/ 483144 w 1168418"/>
                <a:gd name="connsiteY1" fmla="*/ 480 h 1033180"/>
                <a:gd name="connsiteX2" fmla="*/ 1123932 w 1168418"/>
                <a:gd name="connsiteY2" fmla="*/ 896444 h 1033180"/>
                <a:gd name="connsiteX3" fmla="*/ 1162309 w 1168418"/>
                <a:gd name="connsiteY3" fmla="*/ 1027498 h 1033180"/>
                <a:gd name="connsiteX4" fmla="*/ 0 w 1168418"/>
                <a:gd name="connsiteY4" fmla="*/ 1028904 h 1033180"/>
                <a:gd name="connsiteX0" fmla="*/ 0 w 1168418"/>
                <a:gd name="connsiteY0" fmla="*/ 1048401 h 1052677"/>
                <a:gd name="connsiteX1" fmla="*/ 504763 w 1168418"/>
                <a:gd name="connsiteY1" fmla="*/ 467 h 1052677"/>
                <a:gd name="connsiteX2" fmla="*/ 1123932 w 1168418"/>
                <a:gd name="connsiteY2" fmla="*/ 915941 h 1052677"/>
                <a:gd name="connsiteX3" fmla="*/ 1162309 w 1168418"/>
                <a:gd name="connsiteY3" fmla="*/ 1046995 h 1052677"/>
                <a:gd name="connsiteX4" fmla="*/ 0 w 1168418"/>
                <a:gd name="connsiteY4" fmla="*/ 1048401 h 1052677"/>
                <a:gd name="connsiteX0" fmla="*/ 0 w 1168418"/>
                <a:gd name="connsiteY0" fmla="*/ 1047934 h 1052210"/>
                <a:gd name="connsiteX1" fmla="*/ 504763 w 1168418"/>
                <a:gd name="connsiteY1" fmla="*/ 0 h 1052210"/>
                <a:gd name="connsiteX2" fmla="*/ 1123932 w 1168418"/>
                <a:gd name="connsiteY2" fmla="*/ 915474 h 1052210"/>
                <a:gd name="connsiteX3" fmla="*/ 1162309 w 1168418"/>
                <a:gd name="connsiteY3" fmla="*/ 1046528 h 1052210"/>
                <a:gd name="connsiteX4" fmla="*/ 0 w 1168418"/>
                <a:gd name="connsiteY4" fmla="*/ 1047934 h 1052210"/>
                <a:gd name="connsiteX0" fmla="*/ 0 w 1171022"/>
                <a:gd name="connsiteY0" fmla="*/ 1047934 h 1052210"/>
                <a:gd name="connsiteX1" fmla="*/ 504763 w 1171022"/>
                <a:gd name="connsiteY1" fmla="*/ 0 h 1052210"/>
                <a:gd name="connsiteX2" fmla="*/ 1162309 w 1171022"/>
                <a:gd name="connsiteY2" fmla="*/ 1046528 h 1052210"/>
                <a:gd name="connsiteX3" fmla="*/ 0 w 1171022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2309"/>
                <a:gd name="connsiteY0" fmla="*/ 1047934 h 1052210"/>
                <a:gd name="connsiteX1" fmla="*/ 504763 w 1162309"/>
                <a:gd name="connsiteY1" fmla="*/ 0 h 1052210"/>
                <a:gd name="connsiteX2" fmla="*/ 1162309 w 1162309"/>
                <a:gd name="connsiteY2" fmla="*/ 1046528 h 1052210"/>
                <a:gd name="connsiteX3" fmla="*/ 0 w 1162309"/>
                <a:gd name="connsiteY3" fmla="*/ 1047934 h 1052210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4473"/>
                <a:gd name="connsiteY0" fmla="*/ 1047934 h 1047934"/>
                <a:gd name="connsiteX1" fmla="*/ 504763 w 1164473"/>
                <a:gd name="connsiteY1" fmla="*/ 0 h 1047934"/>
                <a:gd name="connsiteX2" fmla="*/ 1164473 w 1164473"/>
                <a:gd name="connsiteY2" fmla="*/ 957648 h 1047934"/>
                <a:gd name="connsiteX3" fmla="*/ 0 w 1164473"/>
                <a:gd name="connsiteY3" fmla="*/ 1047934 h 1047934"/>
                <a:gd name="connsiteX0" fmla="*/ 0 w 1160149"/>
                <a:gd name="connsiteY0" fmla="*/ 1054437 h 1054437"/>
                <a:gd name="connsiteX1" fmla="*/ 500439 w 1160149"/>
                <a:gd name="connsiteY1" fmla="*/ 0 h 1054437"/>
                <a:gd name="connsiteX2" fmla="*/ 1160149 w 1160149"/>
                <a:gd name="connsiteY2" fmla="*/ 957648 h 1054437"/>
                <a:gd name="connsiteX3" fmla="*/ 0 w 1160149"/>
                <a:gd name="connsiteY3" fmla="*/ 1054437 h 1054437"/>
                <a:gd name="connsiteX0" fmla="*/ 4700 w 1164849"/>
                <a:gd name="connsiteY0" fmla="*/ 1054437 h 1054686"/>
                <a:gd name="connsiteX1" fmla="*/ 505139 w 1164849"/>
                <a:gd name="connsiteY1" fmla="*/ 0 h 1054686"/>
                <a:gd name="connsiteX2" fmla="*/ 1164849 w 1164849"/>
                <a:gd name="connsiteY2" fmla="*/ 957648 h 1054686"/>
                <a:gd name="connsiteX3" fmla="*/ 4700 w 1164849"/>
                <a:gd name="connsiteY3" fmla="*/ 1054437 h 1054686"/>
                <a:gd name="connsiteX0" fmla="*/ 4700 w 1164849"/>
                <a:gd name="connsiteY0" fmla="*/ 1054516 h 1054765"/>
                <a:gd name="connsiteX1" fmla="*/ 505139 w 1164849"/>
                <a:gd name="connsiteY1" fmla="*/ 79 h 1054765"/>
                <a:gd name="connsiteX2" fmla="*/ 1164849 w 1164849"/>
                <a:gd name="connsiteY2" fmla="*/ 957727 h 1054765"/>
                <a:gd name="connsiteX3" fmla="*/ 4700 w 1164849"/>
                <a:gd name="connsiteY3" fmla="*/ 1054516 h 105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4849" h="1054765">
                  <a:moveTo>
                    <a:pt x="4700" y="1054516"/>
                  </a:moveTo>
                  <a:cubicBezTo>
                    <a:pt x="-48413" y="1071071"/>
                    <a:pt x="363135" y="260637"/>
                    <a:pt x="505139" y="79"/>
                  </a:cubicBezTo>
                  <a:cubicBezTo>
                    <a:pt x="532564" y="-8890"/>
                    <a:pt x="1052238" y="741883"/>
                    <a:pt x="1164849" y="957727"/>
                  </a:cubicBezTo>
                  <a:cubicBezTo>
                    <a:pt x="1129173" y="971685"/>
                    <a:pt x="399607" y="1050395"/>
                    <a:pt x="4700" y="105451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31">
              <a:extLst>
                <a:ext uri="{FF2B5EF4-FFF2-40B4-BE49-F238E27FC236}">
                  <a16:creationId xmlns:a16="http://schemas.microsoft.com/office/drawing/2014/main" id="{0DDFB5DF-B8FA-F9B0-3BAF-6BDE4A6A8063}"/>
                </a:ext>
              </a:extLst>
            </p:cNvPr>
            <p:cNvSpPr/>
            <p:nvPr/>
          </p:nvSpPr>
          <p:spPr>
            <a:xfrm rot="20739956" flipH="1" flipV="1">
              <a:off x="8914906" y="5375277"/>
              <a:ext cx="1791485" cy="1465445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  <a:gd name="connsiteX0" fmla="*/ 106070 w 4651852"/>
                <a:gd name="connsiteY0" fmla="*/ 0 h 3771924"/>
                <a:gd name="connsiteX1" fmla="*/ 4651852 w 4651852"/>
                <a:gd name="connsiteY1" fmla="*/ 492918 h 3771924"/>
                <a:gd name="connsiteX2" fmla="*/ 4125750 w 4651852"/>
                <a:gd name="connsiteY2" fmla="*/ 2518241 h 3771924"/>
                <a:gd name="connsiteX3" fmla="*/ 3480016 w 4651852"/>
                <a:gd name="connsiteY3" fmla="*/ 3495046 h 3771924"/>
                <a:gd name="connsiteX4" fmla="*/ 2905397 w 4651852"/>
                <a:gd name="connsiteY4" fmla="*/ 3715864 h 3771924"/>
                <a:gd name="connsiteX5" fmla="*/ 1966540 w 4651852"/>
                <a:gd name="connsiteY5" fmla="*/ 3771012 h 3771924"/>
                <a:gd name="connsiteX6" fmla="*/ 547682 w 4651852"/>
                <a:gd name="connsiteY6" fmla="*/ 3399074 h 3771924"/>
                <a:gd name="connsiteX7" fmla="*/ 72867 w 4651852"/>
                <a:gd name="connsiteY7" fmla="*/ 1641329 h 3771924"/>
                <a:gd name="connsiteX8" fmla="*/ 106070 w 4651852"/>
                <a:gd name="connsiteY8" fmla="*/ 0 h 3771924"/>
                <a:gd name="connsiteX0" fmla="*/ 73992 w 4619774"/>
                <a:gd name="connsiteY0" fmla="*/ 0 h 3771924"/>
                <a:gd name="connsiteX1" fmla="*/ 4619774 w 4619774"/>
                <a:gd name="connsiteY1" fmla="*/ 492918 h 3771924"/>
                <a:gd name="connsiteX2" fmla="*/ 4093672 w 4619774"/>
                <a:gd name="connsiteY2" fmla="*/ 2518241 h 3771924"/>
                <a:gd name="connsiteX3" fmla="*/ 3447938 w 4619774"/>
                <a:gd name="connsiteY3" fmla="*/ 3495046 h 3771924"/>
                <a:gd name="connsiteX4" fmla="*/ 2873319 w 4619774"/>
                <a:gd name="connsiteY4" fmla="*/ 3715864 h 3771924"/>
                <a:gd name="connsiteX5" fmla="*/ 1934462 w 4619774"/>
                <a:gd name="connsiteY5" fmla="*/ 3771012 h 3771924"/>
                <a:gd name="connsiteX6" fmla="*/ 515604 w 4619774"/>
                <a:gd name="connsiteY6" fmla="*/ 3399074 h 3771924"/>
                <a:gd name="connsiteX7" fmla="*/ 40789 w 4619774"/>
                <a:gd name="connsiteY7" fmla="*/ 1641329 h 3771924"/>
                <a:gd name="connsiteX8" fmla="*/ 73992 w 4619774"/>
                <a:gd name="connsiteY8" fmla="*/ 0 h 3771924"/>
                <a:gd name="connsiteX0" fmla="*/ 265898 w 4811680"/>
                <a:gd name="connsiteY0" fmla="*/ 0 h 3771924"/>
                <a:gd name="connsiteX1" fmla="*/ 4811680 w 4811680"/>
                <a:gd name="connsiteY1" fmla="*/ 492918 h 3771924"/>
                <a:gd name="connsiteX2" fmla="*/ 4285578 w 4811680"/>
                <a:gd name="connsiteY2" fmla="*/ 2518241 h 3771924"/>
                <a:gd name="connsiteX3" fmla="*/ 3639844 w 4811680"/>
                <a:gd name="connsiteY3" fmla="*/ 3495046 h 3771924"/>
                <a:gd name="connsiteX4" fmla="*/ 3065225 w 4811680"/>
                <a:gd name="connsiteY4" fmla="*/ 3715864 h 3771924"/>
                <a:gd name="connsiteX5" fmla="*/ 2126368 w 4811680"/>
                <a:gd name="connsiteY5" fmla="*/ 3771012 h 3771924"/>
                <a:gd name="connsiteX6" fmla="*/ 707510 w 4811680"/>
                <a:gd name="connsiteY6" fmla="*/ 3399074 h 3771924"/>
                <a:gd name="connsiteX7" fmla="*/ 265898 w 4811680"/>
                <a:gd name="connsiteY7" fmla="*/ 0 h 3771924"/>
                <a:gd name="connsiteX0" fmla="*/ 83583 w 4629365"/>
                <a:gd name="connsiteY0" fmla="*/ 0 h 3771924"/>
                <a:gd name="connsiteX1" fmla="*/ 4629365 w 4629365"/>
                <a:gd name="connsiteY1" fmla="*/ 492918 h 3771924"/>
                <a:gd name="connsiteX2" fmla="*/ 4103263 w 4629365"/>
                <a:gd name="connsiteY2" fmla="*/ 2518241 h 3771924"/>
                <a:gd name="connsiteX3" fmla="*/ 3457529 w 4629365"/>
                <a:gd name="connsiteY3" fmla="*/ 3495046 h 3771924"/>
                <a:gd name="connsiteX4" fmla="*/ 2882910 w 4629365"/>
                <a:gd name="connsiteY4" fmla="*/ 3715864 h 3771924"/>
                <a:gd name="connsiteX5" fmla="*/ 1944053 w 4629365"/>
                <a:gd name="connsiteY5" fmla="*/ 3771012 h 3771924"/>
                <a:gd name="connsiteX6" fmla="*/ 525195 w 4629365"/>
                <a:gd name="connsiteY6" fmla="*/ 3399074 h 3771924"/>
                <a:gd name="connsiteX7" fmla="*/ 83583 w 4629365"/>
                <a:gd name="connsiteY7" fmla="*/ 0 h 3771924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801870"/>
                <a:gd name="connsiteX1" fmla="*/ 4651312 w 4651312"/>
                <a:gd name="connsiteY1" fmla="*/ 492918 h 3801870"/>
                <a:gd name="connsiteX2" fmla="*/ 4125210 w 4651312"/>
                <a:gd name="connsiteY2" fmla="*/ 2518241 h 3801870"/>
                <a:gd name="connsiteX3" fmla="*/ 3479476 w 4651312"/>
                <a:gd name="connsiteY3" fmla="*/ 3495046 h 3801870"/>
                <a:gd name="connsiteX4" fmla="*/ 2904857 w 4651312"/>
                <a:gd name="connsiteY4" fmla="*/ 3715864 h 3801870"/>
                <a:gd name="connsiteX5" fmla="*/ 1966000 w 4651312"/>
                <a:gd name="connsiteY5" fmla="*/ 3771012 h 3801870"/>
                <a:gd name="connsiteX6" fmla="*/ 413150 w 4651312"/>
                <a:gd name="connsiteY6" fmla="*/ 3330360 h 3801870"/>
                <a:gd name="connsiteX7" fmla="*/ 105530 w 4651312"/>
                <a:gd name="connsiteY7" fmla="*/ 0 h 3801870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  <a:gd name="connsiteX0" fmla="*/ 105530 w 4651312"/>
                <a:gd name="connsiteY0" fmla="*/ 0 h 3775652"/>
                <a:gd name="connsiteX1" fmla="*/ 4651312 w 4651312"/>
                <a:gd name="connsiteY1" fmla="*/ 492918 h 3775652"/>
                <a:gd name="connsiteX2" fmla="*/ 4125210 w 4651312"/>
                <a:gd name="connsiteY2" fmla="*/ 2518241 h 3775652"/>
                <a:gd name="connsiteX3" fmla="*/ 3479476 w 4651312"/>
                <a:gd name="connsiteY3" fmla="*/ 3495046 h 3775652"/>
                <a:gd name="connsiteX4" fmla="*/ 1966000 w 4651312"/>
                <a:gd name="connsiteY4" fmla="*/ 3771012 h 3775652"/>
                <a:gd name="connsiteX5" fmla="*/ 413150 w 4651312"/>
                <a:gd name="connsiteY5" fmla="*/ 3330360 h 3775652"/>
                <a:gd name="connsiteX6" fmla="*/ 105530 w 4651312"/>
                <a:gd name="connsiteY6" fmla="*/ 0 h 3775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51312" h="3775652">
                  <a:moveTo>
                    <a:pt x="105530" y="0"/>
                  </a:moveTo>
                  <a:cubicBezTo>
                    <a:pt x="1576277" y="92675"/>
                    <a:pt x="3814024" y="387186"/>
                    <a:pt x="4651312" y="492918"/>
                  </a:cubicBezTo>
                  <a:cubicBezTo>
                    <a:pt x="4515795" y="1549019"/>
                    <a:pt x="4320516" y="2017886"/>
                    <a:pt x="4125210" y="2518241"/>
                  </a:cubicBezTo>
                  <a:cubicBezTo>
                    <a:pt x="4100599" y="2614830"/>
                    <a:pt x="3621069" y="3369609"/>
                    <a:pt x="3479476" y="3495046"/>
                  </a:cubicBezTo>
                  <a:cubicBezTo>
                    <a:pt x="3119608" y="3703841"/>
                    <a:pt x="2477054" y="3798460"/>
                    <a:pt x="1966000" y="3771012"/>
                  </a:cubicBezTo>
                  <a:cubicBezTo>
                    <a:pt x="1550716" y="3706761"/>
                    <a:pt x="752678" y="3508301"/>
                    <a:pt x="413150" y="3330360"/>
                  </a:cubicBezTo>
                  <a:cubicBezTo>
                    <a:pt x="103072" y="2701858"/>
                    <a:pt x="-151187" y="1090615"/>
                    <a:pt x="1055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33">
              <a:extLst>
                <a:ext uri="{FF2B5EF4-FFF2-40B4-BE49-F238E27FC236}">
                  <a16:creationId xmlns:a16="http://schemas.microsoft.com/office/drawing/2014/main" id="{14D9E353-E49B-3130-4A94-9D26B0B9623F}"/>
                </a:ext>
              </a:extLst>
            </p:cNvPr>
            <p:cNvSpPr/>
            <p:nvPr/>
          </p:nvSpPr>
          <p:spPr>
            <a:xfrm rot="12524587" flipV="1">
              <a:off x="7272291" y="5149621"/>
              <a:ext cx="1847226" cy="1795533"/>
            </a:xfrm>
            <a:custGeom>
              <a:avLst/>
              <a:gdLst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089326 w 4092701"/>
                <a:gd name="connsiteY13" fmla="*/ 2965709 h 3764539"/>
                <a:gd name="connsiteX14" fmla="*/ 1328685 w 4092701"/>
                <a:gd name="connsiteY14" fmla="*/ 3409006 h 3764539"/>
                <a:gd name="connsiteX15" fmla="*/ 1711352 w 4092701"/>
                <a:gd name="connsiteY15" fmla="*/ 3678600 h 3764539"/>
                <a:gd name="connsiteX16" fmla="*/ 2108853 w 4092701"/>
                <a:gd name="connsiteY16" fmla="*/ 3764432 h 3764539"/>
                <a:gd name="connsiteX17" fmla="*/ 2562709 w 4092701"/>
                <a:gd name="connsiteY17" fmla="*/ 3695117 h 3764539"/>
                <a:gd name="connsiteX18" fmla="*/ 2914144 w 4092701"/>
                <a:gd name="connsiteY18" fmla="*/ 3453184 h 3764539"/>
                <a:gd name="connsiteX19" fmla="*/ 3164599 w 4092701"/>
                <a:gd name="connsiteY19" fmla="*/ 3019961 h 3764539"/>
                <a:gd name="connsiteX20" fmla="*/ 3177910 w 4092701"/>
                <a:gd name="connsiteY20" fmla="*/ 2945752 h 3764539"/>
                <a:gd name="connsiteX21" fmla="*/ 3180945 w 4092701"/>
                <a:gd name="connsiteY21" fmla="*/ 2919966 h 3764539"/>
                <a:gd name="connsiteX22" fmla="*/ 3277252 w 4092701"/>
                <a:gd name="connsiteY22" fmla="*/ 2904353 h 3764539"/>
                <a:gd name="connsiteX23" fmla="*/ 3658328 w 4092701"/>
                <a:gd name="connsiteY23" fmla="*/ 2755071 h 3764539"/>
                <a:gd name="connsiteX24" fmla="*/ 4092611 w 4092701"/>
                <a:gd name="connsiteY24" fmla="*/ 2078252 h 3764539"/>
                <a:gd name="connsiteX25" fmla="*/ 3792506 w 4092701"/>
                <a:gd name="connsiteY25" fmla="*/ 1412528 h 3764539"/>
                <a:gd name="connsiteX26" fmla="*/ 3629571 w 4092701"/>
                <a:gd name="connsiteY26" fmla="*/ 1283308 h 3764539"/>
                <a:gd name="connsiteX27" fmla="*/ 3166614 w 4092701"/>
                <a:gd name="connsiteY27" fmla="*/ 1179736 h 3764539"/>
                <a:gd name="connsiteX28" fmla="*/ 3055694 w 4092701"/>
                <a:gd name="connsiteY28" fmla="*/ 1168662 h 3764539"/>
                <a:gd name="connsiteX29" fmla="*/ 3058692 w 4092701"/>
                <a:gd name="connsiteY29" fmla="*/ 1141968 h 3764539"/>
                <a:gd name="connsiteX30" fmla="*/ 2766154 w 4092701"/>
                <a:gd name="connsiteY30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77910 w 4092701"/>
                <a:gd name="connsiteY19" fmla="*/ 2945752 h 3764539"/>
                <a:gd name="connsiteX20" fmla="*/ 3180945 w 4092701"/>
                <a:gd name="connsiteY20" fmla="*/ 2919966 h 3764539"/>
                <a:gd name="connsiteX21" fmla="*/ 3277252 w 4092701"/>
                <a:gd name="connsiteY21" fmla="*/ 2904353 h 3764539"/>
                <a:gd name="connsiteX22" fmla="*/ 3658328 w 4092701"/>
                <a:gd name="connsiteY22" fmla="*/ 2755071 h 3764539"/>
                <a:gd name="connsiteX23" fmla="*/ 4092611 w 4092701"/>
                <a:gd name="connsiteY23" fmla="*/ 2078252 h 3764539"/>
                <a:gd name="connsiteX24" fmla="*/ 3792506 w 4092701"/>
                <a:gd name="connsiteY24" fmla="*/ 1412528 h 3764539"/>
                <a:gd name="connsiteX25" fmla="*/ 3629571 w 4092701"/>
                <a:gd name="connsiteY25" fmla="*/ 1283308 h 3764539"/>
                <a:gd name="connsiteX26" fmla="*/ 3166614 w 4092701"/>
                <a:gd name="connsiteY26" fmla="*/ 1179736 h 3764539"/>
                <a:gd name="connsiteX27" fmla="*/ 3055694 w 4092701"/>
                <a:gd name="connsiteY27" fmla="*/ 1168662 h 3764539"/>
                <a:gd name="connsiteX28" fmla="*/ 3058692 w 4092701"/>
                <a:gd name="connsiteY28" fmla="*/ 1141968 h 3764539"/>
                <a:gd name="connsiteX29" fmla="*/ 2766154 w 4092701"/>
                <a:gd name="connsiteY29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64599 w 4092701"/>
                <a:gd name="connsiteY18" fmla="*/ 3019961 h 3764539"/>
                <a:gd name="connsiteX19" fmla="*/ 3180945 w 4092701"/>
                <a:gd name="connsiteY19" fmla="*/ 2919966 h 3764539"/>
                <a:gd name="connsiteX20" fmla="*/ 3277252 w 4092701"/>
                <a:gd name="connsiteY20" fmla="*/ 2904353 h 3764539"/>
                <a:gd name="connsiteX21" fmla="*/ 3658328 w 4092701"/>
                <a:gd name="connsiteY21" fmla="*/ 2755071 h 3764539"/>
                <a:gd name="connsiteX22" fmla="*/ 4092611 w 4092701"/>
                <a:gd name="connsiteY22" fmla="*/ 2078252 h 3764539"/>
                <a:gd name="connsiteX23" fmla="*/ 3792506 w 4092701"/>
                <a:gd name="connsiteY23" fmla="*/ 1412528 h 3764539"/>
                <a:gd name="connsiteX24" fmla="*/ 3629571 w 4092701"/>
                <a:gd name="connsiteY24" fmla="*/ 1283308 h 3764539"/>
                <a:gd name="connsiteX25" fmla="*/ 3166614 w 4092701"/>
                <a:gd name="connsiteY25" fmla="*/ 1179736 h 3764539"/>
                <a:gd name="connsiteX26" fmla="*/ 3055694 w 4092701"/>
                <a:gd name="connsiteY26" fmla="*/ 1168662 h 3764539"/>
                <a:gd name="connsiteX27" fmla="*/ 3058692 w 4092701"/>
                <a:gd name="connsiteY27" fmla="*/ 1141968 h 3764539"/>
                <a:gd name="connsiteX28" fmla="*/ 2766154 w 4092701"/>
                <a:gd name="connsiteY28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64539"/>
                <a:gd name="connsiteX1" fmla="*/ 1987341 w 4092701"/>
                <a:gd name="connsiteY1" fmla="*/ 1833 h 3764539"/>
                <a:gd name="connsiteX2" fmla="*/ 1222171 w 4092701"/>
                <a:gd name="connsiteY2" fmla="*/ 537347 h 3764539"/>
                <a:gd name="connsiteX3" fmla="*/ 1110171 w 4092701"/>
                <a:gd name="connsiteY3" fmla="*/ 1041458 h 3764539"/>
                <a:gd name="connsiteX4" fmla="*/ 1106484 w 4092701"/>
                <a:gd name="connsiteY4" fmla="*/ 1074808 h 3764539"/>
                <a:gd name="connsiteX5" fmla="*/ 1047053 w 4092701"/>
                <a:gd name="connsiteY5" fmla="*/ 1075196 h 3764539"/>
                <a:gd name="connsiteX6" fmla="*/ 735585 w 4092701"/>
                <a:gd name="connsiteY6" fmla="*/ 1115098 h 3764539"/>
                <a:gd name="connsiteX7" fmla="*/ 54696 w 4092701"/>
                <a:gd name="connsiteY7" fmla="*/ 1641911 h 3764539"/>
                <a:gd name="connsiteX8" fmla="*/ 35361 w 4092701"/>
                <a:gd name="connsiteY8" fmla="*/ 2090955 h 3764539"/>
                <a:gd name="connsiteX9" fmla="*/ 346271 w 4092701"/>
                <a:gd name="connsiteY9" fmla="*/ 2587111 h 3764539"/>
                <a:gd name="connsiteX10" fmla="*/ 972599 w 4092701"/>
                <a:gd name="connsiteY10" fmla="*/ 2852401 h 3764539"/>
                <a:gd name="connsiteX11" fmla="*/ 1060734 w 4092701"/>
                <a:gd name="connsiteY11" fmla="*/ 2857309 h 3764539"/>
                <a:gd name="connsiteX12" fmla="*/ 1061036 w 4092701"/>
                <a:gd name="connsiteY12" fmla="*/ 2858254 h 3764539"/>
                <a:gd name="connsiteX13" fmla="*/ 1328685 w 4092701"/>
                <a:gd name="connsiteY13" fmla="*/ 3409006 h 3764539"/>
                <a:gd name="connsiteX14" fmla="*/ 1711352 w 4092701"/>
                <a:gd name="connsiteY14" fmla="*/ 3678600 h 3764539"/>
                <a:gd name="connsiteX15" fmla="*/ 2108853 w 4092701"/>
                <a:gd name="connsiteY15" fmla="*/ 3764432 h 3764539"/>
                <a:gd name="connsiteX16" fmla="*/ 2562709 w 4092701"/>
                <a:gd name="connsiteY16" fmla="*/ 3695117 h 3764539"/>
                <a:gd name="connsiteX17" fmla="*/ 2914144 w 4092701"/>
                <a:gd name="connsiteY17" fmla="*/ 3453184 h 3764539"/>
                <a:gd name="connsiteX18" fmla="*/ 3180945 w 4092701"/>
                <a:gd name="connsiteY18" fmla="*/ 2919966 h 3764539"/>
                <a:gd name="connsiteX19" fmla="*/ 3277252 w 4092701"/>
                <a:gd name="connsiteY19" fmla="*/ 2904353 h 3764539"/>
                <a:gd name="connsiteX20" fmla="*/ 3658328 w 4092701"/>
                <a:gd name="connsiteY20" fmla="*/ 2755071 h 3764539"/>
                <a:gd name="connsiteX21" fmla="*/ 4092611 w 4092701"/>
                <a:gd name="connsiteY21" fmla="*/ 2078252 h 3764539"/>
                <a:gd name="connsiteX22" fmla="*/ 3792506 w 4092701"/>
                <a:gd name="connsiteY22" fmla="*/ 1412528 h 3764539"/>
                <a:gd name="connsiteX23" fmla="*/ 3629571 w 4092701"/>
                <a:gd name="connsiteY23" fmla="*/ 1283308 h 3764539"/>
                <a:gd name="connsiteX24" fmla="*/ 3166614 w 4092701"/>
                <a:gd name="connsiteY24" fmla="*/ 1179736 h 3764539"/>
                <a:gd name="connsiteX25" fmla="*/ 3055694 w 4092701"/>
                <a:gd name="connsiteY25" fmla="*/ 1168662 h 3764539"/>
                <a:gd name="connsiteX26" fmla="*/ 3058692 w 4092701"/>
                <a:gd name="connsiteY26" fmla="*/ 1141968 h 3764539"/>
                <a:gd name="connsiteX27" fmla="*/ 2766154 w 4092701"/>
                <a:gd name="connsiteY27" fmla="*/ 381813 h 3764539"/>
                <a:gd name="connsiteX0" fmla="*/ 2766154 w 4092701"/>
                <a:gd name="connsiteY0" fmla="*/ 381813 h 3774987"/>
                <a:gd name="connsiteX1" fmla="*/ 1987341 w 4092701"/>
                <a:gd name="connsiteY1" fmla="*/ 1833 h 3774987"/>
                <a:gd name="connsiteX2" fmla="*/ 1222171 w 4092701"/>
                <a:gd name="connsiteY2" fmla="*/ 537347 h 3774987"/>
                <a:gd name="connsiteX3" fmla="*/ 1110171 w 4092701"/>
                <a:gd name="connsiteY3" fmla="*/ 1041458 h 3774987"/>
                <a:gd name="connsiteX4" fmla="*/ 1106484 w 4092701"/>
                <a:gd name="connsiteY4" fmla="*/ 1074808 h 3774987"/>
                <a:gd name="connsiteX5" fmla="*/ 1047053 w 4092701"/>
                <a:gd name="connsiteY5" fmla="*/ 1075196 h 3774987"/>
                <a:gd name="connsiteX6" fmla="*/ 735585 w 4092701"/>
                <a:gd name="connsiteY6" fmla="*/ 1115098 h 3774987"/>
                <a:gd name="connsiteX7" fmla="*/ 54696 w 4092701"/>
                <a:gd name="connsiteY7" fmla="*/ 1641911 h 3774987"/>
                <a:gd name="connsiteX8" fmla="*/ 35361 w 4092701"/>
                <a:gd name="connsiteY8" fmla="*/ 2090955 h 3774987"/>
                <a:gd name="connsiteX9" fmla="*/ 346271 w 4092701"/>
                <a:gd name="connsiteY9" fmla="*/ 2587111 h 3774987"/>
                <a:gd name="connsiteX10" fmla="*/ 972599 w 4092701"/>
                <a:gd name="connsiteY10" fmla="*/ 2852401 h 3774987"/>
                <a:gd name="connsiteX11" fmla="*/ 1060734 w 4092701"/>
                <a:gd name="connsiteY11" fmla="*/ 2857309 h 3774987"/>
                <a:gd name="connsiteX12" fmla="*/ 1061036 w 4092701"/>
                <a:gd name="connsiteY12" fmla="*/ 2858254 h 3774987"/>
                <a:gd name="connsiteX13" fmla="*/ 1328685 w 4092701"/>
                <a:gd name="connsiteY13" fmla="*/ 3409006 h 3774987"/>
                <a:gd name="connsiteX14" fmla="*/ 1711352 w 4092701"/>
                <a:gd name="connsiteY14" fmla="*/ 3678600 h 3774987"/>
                <a:gd name="connsiteX15" fmla="*/ 2108853 w 4092701"/>
                <a:gd name="connsiteY15" fmla="*/ 3764432 h 3774987"/>
                <a:gd name="connsiteX16" fmla="*/ 2914144 w 4092701"/>
                <a:gd name="connsiteY16" fmla="*/ 3453184 h 3774987"/>
                <a:gd name="connsiteX17" fmla="*/ 3180945 w 4092701"/>
                <a:gd name="connsiteY17" fmla="*/ 2919966 h 3774987"/>
                <a:gd name="connsiteX18" fmla="*/ 3277252 w 4092701"/>
                <a:gd name="connsiteY18" fmla="*/ 2904353 h 3774987"/>
                <a:gd name="connsiteX19" fmla="*/ 3658328 w 4092701"/>
                <a:gd name="connsiteY19" fmla="*/ 2755071 h 3774987"/>
                <a:gd name="connsiteX20" fmla="*/ 4092611 w 4092701"/>
                <a:gd name="connsiteY20" fmla="*/ 2078252 h 3774987"/>
                <a:gd name="connsiteX21" fmla="*/ 3792506 w 4092701"/>
                <a:gd name="connsiteY21" fmla="*/ 1412528 h 3774987"/>
                <a:gd name="connsiteX22" fmla="*/ 3629571 w 4092701"/>
                <a:gd name="connsiteY22" fmla="*/ 1283308 h 3774987"/>
                <a:gd name="connsiteX23" fmla="*/ 3166614 w 4092701"/>
                <a:gd name="connsiteY23" fmla="*/ 1179736 h 3774987"/>
                <a:gd name="connsiteX24" fmla="*/ 3055694 w 4092701"/>
                <a:gd name="connsiteY24" fmla="*/ 1168662 h 3774987"/>
                <a:gd name="connsiteX25" fmla="*/ 3058692 w 4092701"/>
                <a:gd name="connsiteY25" fmla="*/ 1141968 h 3774987"/>
                <a:gd name="connsiteX26" fmla="*/ 2766154 w 4092701"/>
                <a:gd name="connsiteY26" fmla="*/ 381813 h 3774987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769312"/>
                <a:gd name="connsiteX1" fmla="*/ 1987341 w 4092701"/>
                <a:gd name="connsiteY1" fmla="*/ 1833 h 3769312"/>
                <a:gd name="connsiteX2" fmla="*/ 1222171 w 4092701"/>
                <a:gd name="connsiteY2" fmla="*/ 537347 h 3769312"/>
                <a:gd name="connsiteX3" fmla="*/ 1110171 w 4092701"/>
                <a:gd name="connsiteY3" fmla="*/ 1041458 h 3769312"/>
                <a:gd name="connsiteX4" fmla="*/ 1106484 w 4092701"/>
                <a:gd name="connsiteY4" fmla="*/ 1074808 h 3769312"/>
                <a:gd name="connsiteX5" fmla="*/ 1047053 w 4092701"/>
                <a:gd name="connsiteY5" fmla="*/ 1075196 h 3769312"/>
                <a:gd name="connsiteX6" fmla="*/ 735585 w 4092701"/>
                <a:gd name="connsiteY6" fmla="*/ 1115098 h 3769312"/>
                <a:gd name="connsiteX7" fmla="*/ 54696 w 4092701"/>
                <a:gd name="connsiteY7" fmla="*/ 1641911 h 3769312"/>
                <a:gd name="connsiteX8" fmla="*/ 35361 w 4092701"/>
                <a:gd name="connsiteY8" fmla="*/ 2090955 h 3769312"/>
                <a:gd name="connsiteX9" fmla="*/ 346271 w 4092701"/>
                <a:gd name="connsiteY9" fmla="*/ 2587111 h 3769312"/>
                <a:gd name="connsiteX10" fmla="*/ 972599 w 4092701"/>
                <a:gd name="connsiteY10" fmla="*/ 2852401 h 3769312"/>
                <a:gd name="connsiteX11" fmla="*/ 1060734 w 4092701"/>
                <a:gd name="connsiteY11" fmla="*/ 2857309 h 3769312"/>
                <a:gd name="connsiteX12" fmla="*/ 1061036 w 4092701"/>
                <a:gd name="connsiteY12" fmla="*/ 2858254 h 3769312"/>
                <a:gd name="connsiteX13" fmla="*/ 1328685 w 4092701"/>
                <a:gd name="connsiteY13" fmla="*/ 3409006 h 3769312"/>
                <a:gd name="connsiteX14" fmla="*/ 1711352 w 4092701"/>
                <a:gd name="connsiteY14" fmla="*/ 3678600 h 3769312"/>
                <a:gd name="connsiteX15" fmla="*/ 2108853 w 4092701"/>
                <a:gd name="connsiteY15" fmla="*/ 3764432 h 3769312"/>
                <a:gd name="connsiteX16" fmla="*/ 2842544 w 4092701"/>
                <a:gd name="connsiteY16" fmla="*/ 3548072 h 3769312"/>
                <a:gd name="connsiteX17" fmla="*/ 3180945 w 4092701"/>
                <a:gd name="connsiteY17" fmla="*/ 2919966 h 3769312"/>
                <a:gd name="connsiteX18" fmla="*/ 3277252 w 4092701"/>
                <a:gd name="connsiteY18" fmla="*/ 2904353 h 3769312"/>
                <a:gd name="connsiteX19" fmla="*/ 3658328 w 4092701"/>
                <a:gd name="connsiteY19" fmla="*/ 2755071 h 3769312"/>
                <a:gd name="connsiteX20" fmla="*/ 4092611 w 4092701"/>
                <a:gd name="connsiteY20" fmla="*/ 2078252 h 3769312"/>
                <a:gd name="connsiteX21" fmla="*/ 3792506 w 4092701"/>
                <a:gd name="connsiteY21" fmla="*/ 1412528 h 3769312"/>
                <a:gd name="connsiteX22" fmla="*/ 3629571 w 4092701"/>
                <a:gd name="connsiteY22" fmla="*/ 1283308 h 3769312"/>
                <a:gd name="connsiteX23" fmla="*/ 3166614 w 4092701"/>
                <a:gd name="connsiteY23" fmla="*/ 1179736 h 3769312"/>
                <a:gd name="connsiteX24" fmla="*/ 3055694 w 4092701"/>
                <a:gd name="connsiteY24" fmla="*/ 1168662 h 3769312"/>
                <a:gd name="connsiteX25" fmla="*/ 3058692 w 4092701"/>
                <a:gd name="connsiteY25" fmla="*/ 1141968 h 3769312"/>
                <a:gd name="connsiteX26" fmla="*/ 2766154 w 4092701"/>
                <a:gd name="connsiteY26" fmla="*/ 381813 h 3769312"/>
                <a:gd name="connsiteX0" fmla="*/ 2766154 w 4092701"/>
                <a:gd name="connsiteY0" fmla="*/ 381813 h 3877901"/>
                <a:gd name="connsiteX1" fmla="*/ 1987341 w 4092701"/>
                <a:gd name="connsiteY1" fmla="*/ 1833 h 3877901"/>
                <a:gd name="connsiteX2" fmla="*/ 1222171 w 4092701"/>
                <a:gd name="connsiteY2" fmla="*/ 537347 h 3877901"/>
                <a:gd name="connsiteX3" fmla="*/ 1110171 w 4092701"/>
                <a:gd name="connsiteY3" fmla="*/ 1041458 h 3877901"/>
                <a:gd name="connsiteX4" fmla="*/ 1106484 w 4092701"/>
                <a:gd name="connsiteY4" fmla="*/ 1074808 h 3877901"/>
                <a:gd name="connsiteX5" fmla="*/ 1047053 w 4092701"/>
                <a:gd name="connsiteY5" fmla="*/ 1075196 h 3877901"/>
                <a:gd name="connsiteX6" fmla="*/ 735585 w 4092701"/>
                <a:gd name="connsiteY6" fmla="*/ 1115098 h 3877901"/>
                <a:gd name="connsiteX7" fmla="*/ 54696 w 4092701"/>
                <a:gd name="connsiteY7" fmla="*/ 1641911 h 3877901"/>
                <a:gd name="connsiteX8" fmla="*/ 35361 w 4092701"/>
                <a:gd name="connsiteY8" fmla="*/ 2090955 h 3877901"/>
                <a:gd name="connsiteX9" fmla="*/ 346271 w 4092701"/>
                <a:gd name="connsiteY9" fmla="*/ 2587111 h 3877901"/>
                <a:gd name="connsiteX10" fmla="*/ 972599 w 4092701"/>
                <a:gd name="connsiteY10" fmla="*/ 2852401 h 3877901"/>
                <a:gd name="connsiteX11" fmla="*/ 1060734 w 4092701"/>
                <a:gd name="connsiteY11" fmla="*/ 2857309 h 3877901"/>
                <a:gd name="connsiteX12" fmla="*/ 1061036 w 4092701"/>
                <a:gd name="connsiteY12" fmla="*/ 2858254 h 3877901"/>
                <a:gd name="connsiteX13" fmla="*/ 1328685 w 4092701"/>
                <a:gd name="connsiteY13" fmla="*/ 3409006 h 3877901"/>
                <a:gd name="connsiteX14" fmla="*/ 1711352 w 4092701"/>
                <a:gd name="connsiteY14" fmla="*/ 3678600 h 3877901"/>
                <a:gd name="connsiteX15" fmla="*/ 2120003 w 4092701"/>
                <a:gd name="connsiteY15" fmla="*/ 3875953 h 3877901"/>
                <a:gd name="connsiteX16" fmla="*/ 2842544 w 4092701"/>
                <a:gd name="connsiteY16" fmla="*/ 3548072 h 3877901"/>
                <a:gd name="connsiteX17" fmla="*/ 3180945 w 4092701"/>
                <a:gd name="connsiteY17" fmla="*/ 2919966 h 3877901"/>
                <a:gd name="connsiteX18" fmla="*/ 3277252 w 4092701"/>
                <a:gd name="connsiteY18" fmla="*/ 2904353 h 3877901"/>
                <a:gd name="connsiteX19" fmla="*/ 3658328 w 4092701"/>
                <a:gd name="connsiteY19" fmla="*/ 2755071 h 3877901"/>
                <a:gd name="connsiteX20" fmla="*/ 4092611 w 4092701"/>
                <a:gd name="connsiteY20" fmla="*/ 2078252 h 3877901"/>
                <a:gd name="connsiteX21" fmla="*/ 3792506 w 4092701"/>
                <a:gd name="connsiteY21" fmla="*/ 1412528 h 3877901"/>
                <a:gd name="connsiteX22" fmla="*/ 3629571 w 4092701"/>
                <a:gd name="connsiteY22" fmla="*/ 1283308 h 3877901"/>
                <a:gd name="connsiteX23" fmla="*/ 3166614 w 4092701"/>
                <a:gd name="connsiteY23" fmla="*/ 1179736 h 3877901"/>
                <a:gd name="connsiteX24" fmla="*/ 3055694 w 4092701"/>
                <a:gd name="connsiteY24" fmla="*/ 1168662 h 3877901"/>
                <a:gd name="connsiteX25" fmla="*/ 3058692 w 4092701"/>
                <a:gd name="connsiteY25" fmla="*/ 1141968 h 3877901"/>
                <a:gd name="connsiteX26" fmla="*/ 2766154 w 4092701"/>
                <a:gd name="connsiteY26" fmla="*/ 381813 h 3877901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10171 w 4092701"/>
                <a:gd name="connsiteY3" fmla="*/ 1041458 h 3881449"/>
                <a:gd name="connsiteX4" fmla="*/ 1106484 w 4092701"/>
                <a:gd name="connsiteY4" fmla="*/ 1074808 h 3881449"/>
                <a:gd name="connsiteX5" fmla="*/ 1047053 w 4092701"/>
                <a:gd name="connsiteY5" fmla="*/ 1075196 h 3881449"/>
                <a:gd name="connsiteX6" fmla="*/ 735585 w 4092701"/>
                <a:gd name="connsiteY6" fmla="*/ 1115098 h 3881449"/>
                <a:gd name="connsiteX7" fmla="*/ 54696 w 4092701"/>
                <a:gd name="connsiteY7" fmla="*/ 1641911 h 3881449"/>
                <a:gd name="connsiteX8" fmla="*/ 35361 w 4092701"/>
                <a:gd name="connsiteY8" fmla="*/ 2090955 h 3881449"/>
                <a:gd name="connsiteX9" fmla="*/ 346271 w 4092701"/>
                <a:gd name="connsiteY9" fmla="*/ 2587111 h 3881449"/>
                <a:gd name="connsiteX10" fmla="*/ 972599 w 4092701"/>
                <a:gd name="connsiteY10" fmla="*/ 2852401 h 3881449"/>
                <a:gd name="connsiteX11" fmla="*/ 1060734 w 4092701"/>
                <a:gd name="connsiteY11" fmla="*/ 2857309 h 3881449"/>
                <a:gd name="connsiteX12" fmla="*/ 1061036 w 4092701"/>
                <a:gd name="connsiteY12" fmla="*/ 2858254 h 3881449"/>
                <a:gd name="connsiteX13" fmla="*/ 1328685 w 4092701"/>
                <a:gd name="connsiteY13" fmla="*/ 3409006 h 3881449"/>
                <a:gd name="connsiteX14" fmla="*/ 1663245 w 4092701"/>
                <a:gd name="connsiteY14" fmla="*/ 3739779 h 3881449"/>
                <a:gd name="connsiteX15" fmla="*/ 2120003 w 4092701"/>
                <a:gd name="connsiteY15" fmla="*/ 3875953 h 3881449"/>
                <a:gd name="connsiteX16" fmla="*/ 2842544 w 4092701"/>
                <a:gd name="connsiteY16" fmla="*/ 3548072 h 3881449"/>
                <a:gd name="connsiteX17" fmla="*/ 3180945 w 4092701"/>
                <a:gd name="connsiteY17" fmla="*/ 2919966 h 3881449"/>
                <a:gd name="connsiteX18" fmla="*/ 3277252 w 4092701"/>
                <a:gd name="connsiteY18" fmla="*/ 2904353 h 3881449"/>
                <a:gd name="connsiteX19" fmla="*/ 3658328 w 4092701"/>
                <a:gd name="connsiteY19" fmla="*/ 2755071 h 3881449"/>
                <a:gd name="connsiteX20" fmla="*/ 4092611 w 4092701"/>
                <a:gd name="connsiteY20" fmla="*/ 2078252 h 3881449"/>
                <a:gd name="connsiteX21" fmla="*/ 3792506 w 4092701"/>
                <a:gd name="connsiteY21" fmla="*/ 1412528 h 3881449"/>
                <a:gd name="connsiteX22" fmla="*/ 3629571 w 4092701"/>
                <a:gd name="connsiteY22" fmla="*/ 1283308 h 3881449"/>
                <a:gd name="connsiteX23" fmla="*/ 3166614 w 4092701"/>
                <a:gd name="connsiteY23" fmla="*/ 1179736 h 3881449"/>
                <a:gd name="connsiteX24" fmla="*/ 3055694 w 4092701"/>
                <a:gd name="connsiteY24" fmla="*/ 1168662 h 3881449"/>
                <a:gd name="connsiteX25" fmla="*/ 3058692 w 4092701"/>
                <a:gd name="connsiteY25" fmla="*/ 1141968 h 3881449"/>
                <a:gd name="connsiteX26" fmla="*/ 2766154 w 4092701"/>
                <a:gd name="connsiteY26" fmla="*/ 381813 h 3881449"/>
                <a:gd name="connsiteX0" fmla="*/ 2766154 w 4092701"/>
                <a:gd name="connsiteY0" fmla="*/ 381813 h 3881449"/>
                <a:gd name="connsiteX1" fmla="*/ 1987341 w 4092701"/>
                <a:gd name="connsiteY1" fmla="*/ 1833 h 3881449"/>
                <a:gd name="connsiteX2" fmla="*/ 1222171 w 4092701"/>
                <a:gd name="connsiteY2" fmla="*/ 537347 h 3881449"/>
                <a:gd name="connsiteX3" fmla="*/ 1106484 w 4092701"/>
                <a:gd name="connsiteY3" fmla="*/ 1074808 h 3881449"/>
                <a:gd name="connsiteX4" fmla="*/ 1047053 w 4092701"/>
                <a:gd name="connsiteY4" fmla="*/ 1075196 h 3881449"/>
                <a:gd name="connsiteX5" fmla="*/ 735585 w 4092701"/>
                <a:gd name="connsiteY5" fmla="*/ 1115098 h 3881449"/>
                <a:gd name="connsiteX6" fmla="*/ 54696 w 4092701"/>
                <a:gd name="connsiteY6" fmla="*/ 1641911 h 3881449"/>
                <a:gd name="connsiteX7" fmla="*/ 35361 w 4092701"/>
                <a:gd name="connsiteY7" fmla="*/ 2090955 h 3881449"/>
                <a:gd name="connsiteX8" fmla="*/ 346271 w 4092701"/>
                <a:gd name="connsiteY8" fmla="*/ 2587111 h 3881449"/>
                <a:gd name="connsiteX9" fmla="*/ 972599 w 4092701"/>
                <a:gd name="connsiteY9" fmla="*/ 2852401 h 3881449"/>
                <a:gd name="connsiteX10" fmla="*/ 1060734 w 4092701"/>
                <a:gd name="connsiteY10" fmla="*/ 2857309 h 3881449"/>
                <a:gd name="connsiteX11" fmla="*/ 1061036 w 4092701"/>
                <a:gd name="connsiteY11" fmla="*/ 2858254 h 3881449"/>
                <a:gd name="connsiteX12" fmla="*/ 1328685 w 4092701"/>
                <a:gd name="connsiteY12" fmla="*/ 3409006 h 3881449"/>
                <a:gd name="connsiteX13" fmla="*/ 1663245 w 4092701"/>
                <a:gd name="connsiteY13" fmla="*/ 3739779 h 3881449"/>
                <a:gd name="connsiteX14" fmla="*/ 2120003 w 4092701"/>
                <a:gd name="connsiteY14" fmla="*/ 3875953 h 3881449"/>
                <a:gd name="connsiteX15" fmla="*/ 2842544 w 4092701"/>
                <a:gd name="connsiteY15" fmla="*/ 3548072 h 3881449"/>
                <a:gd name="connsiteX16" fmla="*/ 3180945 w 4092701"/>
                <a:gd name="connsiteY16" fmla="*/ 2919966 h 3881449"/>
                <a:gd name="connsiteX17" fmla="*/ 3277252 w 4092701"/>
                <a:gd name="connsiteY17" fmla="*/ 2904353 h 3881449"/>
                <a:gd name="connsiteX18" fmla="*/ 3658328 w 4092701"/>
                <a:gd name="connsiteY18" fmla="*/ 2755071 h 3881449"/>
                <a:gd name="connsiteX19" fmla="*/ 4092611 w 4092701"/>
                <a:gd name="connsiteY19" fmla="*/ 2078252 h 3881449"/>
                <a:gd name="connsiteX20" fmla="*/ 3792506 w 4092701"/>
                <a:gd name="connsiteY20" fmla="*/ 1412528 h 3881449"/>
                <a:gd name="connsiteX21" fmla="*/ 3629571 w 4092701"/>
                <a:gd name="connsiteY21" fmla="*/ 1283308 h 3881449"/>
                <a:gd name="connsiteX22" fmla="*/ 3166614 w 4092701"/>
                <a:gd name="connsiteY22" fmla="*/ 1179736 h 3881449"/>
                <a:gd name="connsiteX23" fmla="*/ 3055694 w 4092701"/>
                <a:gd name="connsiteY23" fmla="*/ 1168662 h 3881449"/>
                <a:gd name="connsiteX24" fmla="*/ 3058692 w 4092701"/>
                <a:gd name="connsiteY24" fmla="*/ 1141968 h 3881449"/>
                <a:gd name="connsiteX25" fmla="*/ 2766154 w 4092701"/>
                <a:gd name="connsiteY25" fmla="*/ 381813 h 3881449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3058692 w 4092701"/>
                <a:gd name="connsiteY24" fmla="*/ 1140299 h 3879780"/>
                <a:gd name="connsiteX25" fmla="*/ 2766154 w 4092701"/>
                <a:gd name="connsiteY25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3055694 w 4092701"/>
                <a:gd name="connsiteY23" fmla="*/ 1166993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3166614 w 4092701"/>
                <a:gd name="connsiteY22" fmla="*/ 1178067 h 3879780"/>
                <a:gd name="connsiteX23" fmla="*/ 2961827 w 4092701"/>
                <a:gd name="connsiteY23" fmla="*/ 1123634 h 3879780"/>
                <a:gd name="connsiteX24" fmla="*/ 2766154 w 4092701"/>
                <a:gd name="connsiteY24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629571 w 4092701"/>
                <a:gd name="connsiteY21" fmla="*/ 128163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2701"/>
                <a:gd name="connsiteY0" fmla="*/ 380144 h 3879780"/>
                <a:gd name="connsiteX1" fmla="*/ 1987341 w 4092701"/>
                <a:gd name="connsiteY1" fmla="*/ 164 h 3879780"/>
                <a:gd name="connsiteX2" fmla="*/ 1287264 w 4092701"/>
                <a:gd name="connsiteY2" fmla="*/ 423666 h 3879780"/>
                <a:gd name="connsiteX3" fmla="*/ 1106484 w 4092701"/>
                <a:gd name="connsiteY3" fmla="*/ 1073139 h 3879780"/>
                <a:gd name="connsiteX4" fmla="*/ 1047053 w 4092701"/>
                <a:gd name="connsiteY4" fmla="*/ 1073527 h 3879780"/>
                <a:gd name="connsiteX5" fmla="*/ 735585 w 4092701"/>
                <a:gd name="connsiteY5" fmla="*/ 1113429 h 3879780"/>
                <a:gd name="connsiteX6" fmla="*/ 54696 w 4092701"/>
                <a:gd name="connsiteY6" fmla="*/ 1640242 h 3879780"/>
                <a:gd name="connsiteX7" fmla="*/ 35361 w 4092701"/>
                <a:gd name="connsiteY7" fmla="*/ 2089286 h 3879780"/>
                <a:gd name="connsiteX8" fmla="*/ 346271 w 4092701"/>
                <a:gd name="connsiteY8" fmla="*/ 2585442 h 3879780"/>
                <a:gd name="connsiteX9" fmla="*/ 972599 w 4092701"/>
                <a:gd name="connsiteY9" fmla="*/ 2850732 h 3879780"/>
                <a:gd name="connsiteX10" fmla="*/ 1060734 w 4092701"/>
                <a:gd name="connsiteY10" fmla="*/ 2855640 h 3879780"/>
                <a:gd name="connsiteX11" fmla="*/ 1061036 w 4092701"/>
                <a:gd name="connsiteY11" fmla="*/ 2856585 h 3879780"/>
                <a:gd name="connsiteX12" fmla="*/ 1328685 w 4092701"/>
                <a:gd name="connsiteY12" fmla="*/ 3407337 h 3879780"/>
                <a:gd name="connsiteX13" fmla="*/ 1663245 w 4092701"/>
                <a:gd name="connsiteY13" fmla="*/ 3738110 h 3879780"/>
                <a:gd name="connsiteX14" fmla="*/ 2120003 w 4092701"/>
                <a:gd name="connsiteY14" fmla="*/ 3874284 h 3879780"/>
                <a:gd name="connsiteX15" fmla="*/ 2842544 w 4092701"/>
                <a:gd name="connsiteY15" fmla="*/ 3546403 h 3879780"/>
                <a:gd name="connsiteX16" fmla="*/ 3180945 w 4092701"/>
                <a:gd name="connsiteY16" fmla="*/ 2918297 h 3879780"/>
                <a:gd name="connsiteX17" fmla="*/ 3277252 w 4092701"/>
                <a:gd name="connsiteY17" fmla="*/ 2902684 h 3879780"/>
                <a:gd name="connsiteX18" fmla="*/ 3658328 w 4092701"/>
                <a:gd name="connsiteY18" fmla="*/ 2753402 h 3879780"/>
                <a:gd name="connsiteX19" fmla="*/ 4092611 w 4092701"/>
                <a:gd name="connsiteY19" fmla="*/ 2076583 h 3879780"/>
                <a:gd name="connsiteX20" fmla="*/ 3792506 w 4092701"/>
                <a:gd name="connsiteY20" fmla="*/ 1410859 h 3879780"/>
                <a:gd name="connsiteX21" fmla="*/ 3563520 w 4092701"/>
                <a:gd name="connsiteY21" fmla="*/ 1251629 h 3879780"/>
                <a:gd name="connsiteX22" fmla="*/ 2961827 w 4092701"/>
                <a:gd name="connsiteY22" fmla="*/ 1123634 h 3879780"/>
                <a:gd name="connsiteX23" fmla="*/ 2766154 w 4092701"/>
                <a:gd name="connsiteY23" fmla="*/ 380144 h 3879780"/>
                <a:gd name="connsiteX0" fmla="*/ 2766154 w 4098239"/>
                <a:gd name="connsiteY0" fmla="*/ 380144 h 3879780"/>
                <a:gd name="connsiteX1" fmla="*/ 1987341 w 4098239"/>
                <a:gd name="connsiteY1" fmla="*/ 164 h 3879780"/>
                <a:gd name="connsiteX2" fmla="*/ 1287264 w 4098239"/>
                <a:gd name="connsiteY2" fmla="*/ 423666 h 3879780"/>
                <a:gd name="connsiteX3" fmla="*/ 1106484 w 4098239"/>
                <a:gd name="connsiteY3" fmla="*/ 1073139 h 3879780"/>
                <a:gd name="connsiteX4" fmla="*/ 1047053 w 4098239"/>
                <a:gd name="connsiteY4" fmla="*/ 1073527 h 3879780"/>
                <a:gd name="connsiteX5" fmla="*/ 735585 w 4098239"/>
                <a:gd name="connsiteY5" fmla="*/ 1113429 h 3879780"/>
                <a:gd name="connsiteX6" fmla="*/ 54696 w 4098239"/>
                <a:gd name="connsiteY6" fmla="*/ 1640242 h 3879780"/>
                <a:gd name="connsiteX7" fmla="*/ 35361 w 4098239"/>
                <a:gd name="connsiteY7" fmla="*/ 2089286 h 3879780"/>
                <a:gd name="connsiteX8" fmla="*/ 346271 w 4098239"/>
                <a:gd name="connsiteY8" fmla="*/ 2585442 h 3879780"/>
                <a:gd name="connsiteX9" fmla="*/ 972599 w 4098239"/>
                <a:gd name="connsiteY9" fmla="*/ 2850732 h 3879780"/>
                <a:gd name="connsiteX10" fmla="*/ 1060734 w 4098239"/>
                <a:gd name="connsiteY10" fmla="*/ 2855640 h 3879780"/>
                <a:gd name="connsiteX11" fmla="*/ 1061036 w 4098239"/>
                <a:gd name="connsiteY11" fmla="*/ 2856585 h 3879780"/>
                <a:gd name="connsiteX12" fmla="*/ 1328685 w 4098239"/>
                <a:gd name="connsiteY12" fmla="*/ 3407337 h 3879780"/>
                <a:gd name="connsiteX13" fmla="*/ 1663245 w 4098239"/>
                <a:gd name="connsiteY13" fmla="*/ 3738110 h 3879780"/>
                <a:gd name="connsiteX14" fmla="*/ 2120003 w 4098239"/>
                <a:gd name="connsiteY14" fmla="*/ 3874284 h 3879780"/>
                <a:gd name="connsiteX15" fmla="*/ 2842544 w 4098239"/>
                <a:gd name="connsiteY15" fmla="*/ 3546403 h 3879780"/>
                <a:gd name="connsiteX16" fmla="*/ 3180945 w 4098239"/>
                <a:gd name="connsiteY16" fmla="*/ 2918297 h 3879780"/>
                <a:gd name="connsiteX17" fmla="*/ 3277252 w 4098239"/>
                <a:gd name="connsiteY17" fmla="*/ 2902684 h 3879780"/>
                <a:gd name="connsiteX18" fmla="*/ 3658328 w 4098239"/>
                <a:gd name="connsiteY18" fmla="*/ 2753402 h 3879780"/>
                <a:gd name="connsiteX19" fmla="*/ 4092611 w 4098239"/>
                <a:gd name="connsiteY19" fmla="*/ 2076583 h 3879780"/>
                <a:gd name="connsiteX20" fmla="*/ 3883204 w 4098239"/>
                <a:gd name="connsiteY20" fmla="*/ 1498198 h 3879780"/>
                <a:gd name="connsiteX21" fmla="*/ 3563520 w 4098239"/>
                <a:gd name="connsiteY21" fmla="*/ 1251629 h 3879780"/>
                <a:gd name="connsiteX22" fmla="*/ 2961827 w 4098239"/>
                <a:gd name="connsiteY22" fmla="*/ 1123634 h 3879780"/>
                <a:gd name="connsiteX23" fmla="*/ 2766154 w 4098239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180945 w 4098240"/>
                <a:gd name="connsiteY16" fmla="*/ 2918297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1047053 w 4098240"/>
                <a:gd name="connsiteY4" fmla="*/ 1073527 h 3879780"/>
                <a:gd name="connsiteX5" fmla="*/ 735585 w 4098240"/>
                <a:gd name="connsiteY5" fmla="*/ 1113429 h 3879780"/>
                <a:gd name="connsiteX6" fmla="*/ 54696 w 4098240"/>
                <a:gd name="connsiteY6" fmla="*/ 1640242 h 3879780"/>
                <a:gd name="connsiteX7" fmla="*/ 35361 w 4098240"/>
                <a:gd name="connsiteY7" fmla="*/ 2089286 h 3879780"/>
                <a:gd name="connsiteX8" fmla="*/ 346271 w 4098240"/>
                <a:gd name="connsiteY8" fmla="*/ 2585442 h 3879780"/>
                <a:gd name="connsiteX9" fmla="*/ 972599 w 4098240"/>
                <a:gd name="connsiteY9" fmla="*/ 2850732 h 3879780"/>
                <a:gd name="connsiteX10" fmla="*/ 1060734 w 4098240"/>
                <a:gd name="connsiteY10" fmla="*/ 2855640 h 3879780"/>
                <a:gd name="connsiteX11" fmla="*/ 1061036 w 4098240"/>
                <a:gd name="connsiteY11" fmla="*/ 2856585 h 3879780"/>
                <a:gd name="connsiteX12" fmla="*/ 1328685 w 4098240"/>
                <a:gd name="connsiteY12" fmla="*/ 3407337 h 3879780"/>
                <a:gd name="connsiteX13" fmla="*/ 1663245 w 4098240"/>
                <a:gd name="connsiteY13" fmla="*/ 3738110 h 3879780"/>
                <a:gd name="connsiteX14" fmla="*/ 2120003 w 4098240"/>
                <a:gd name="connsiteY14" fmla="*/ 3874284 h 3879780"/>
                <a:gd name="connsiteX15" fmla="*/ 2842544 w 4098240"/>
                <a:gd name="connsiteY15" fmla="*/ 3546403 h 3879780"/>
                <a:gd name="connsiteX16" fmla="*/ 3094714 w 4098240"/>
                <a:gd name="connsiteY16" fmla="*/ 2881564 h 3879780"/>
                <a:gd name="connsiteX17" fmla="*/ 3277252 w 4098240"/>
                <a:gd name="connsiteY17" fmla="*/ 2902684 h 3879780"/>
                <a:gd name="connsiteX18" fmla="*/ 3658328 w 4098240"/>
                <a:gd name="connsiteY18" fmla="*/ 2753402 h 3879780"/>
                <a:gd name="connsiteX19" fmla="*/ 4092611 w 4098240"/>
                <a:gd name="connsiteY19" fmla="*/ 2076583 h 3879780"/>
                <a:gd name="connsiteX20" fmla="*/ 3883204 w 4098240"/>
                <a:gd name="connsiteY20" fmla="*/ 1498198 h 3879780"/>
                <a:gd name="connsiteX21" fmla="*/ 3563292 w 4098240"/>
                <a:gd name="connsiteY21" fmla="*/ 1217814 h 3879780"/>
                <a:gd name="connsiteX22" fmla="*/ 2961827 w 4098240"/>
                <a:gd name="connsiteY22" fmla="*/ 1123634 h 3879780"/>
                <a:gd name="connsiteX23" fmla="*/ 2766154 w 4098240"/>
                <a:gd name="connsiteY23" fmla="*/ 380144 h 3879780"/>
                <a:gd name="connsiteX0" fmla="*/ 2766154 w 4098240"/>
                <a:gd name="connsiteY0" fmla="*/ 380144 h 3879780"/>
                <a:gd name="connsiteX1" fmla="*/ 1987341 w 4098240"/>
                <a:gd name="connsiteY1" fmla="*/ 164 h 3879780"/>
                <a:gd name="connsiteX2" fmla="*/ 1287264 w 4098240"/>
                <a:gd name="connsiteY2" fmla="*/ 423666 h 3879780"/>
                <a:gd name="connsiteX3" fmla="*/ 1106484 w 4098240"/>
                <a:gd name="connsiteY3" fmla="*/ 1073139 h 3879780"/>
                <a:gd name="connsiteX4" fmla="*/ 735585 w 4098240"/>
                <a:gd name="connsiteY4" fmla="*/ 1113429 h 3879780"/>
                <a:gd name="connsiteX5" fmla="*/ 54696 w 4098240"/>
                <a:gd name="connsiteY5" fmla="*/ 1640242 h 3879780"/>
                <a:gd name="connsiteX6" fmla="*/ 35361 w 4098240"/>
                <a:gd name="connsiteY6" fmla="*/ 2089286 h 3879780"/>
                <a:gd name="connsiteX7" fmla="*/ 346271 w 4098240"/>
                <a:gd name="connsiteY7" fmla="*/ 2585442 h 3879780"/>
                <a:gd name="connsiteX8" fmla="*/ 972599 w 4098240"/>
                <a:gd name="connsiteY8" fmla="*/ 2850732 h 3879780"/>
                <a:gd name="connsiteX9" fmla="*/ 1060734 w 4098240"/>
                <a:gd name="connsiteY9" fmla="*/ 2855640 h 3879780"/>
                <a:gd name="connsiteX10" fmla="*/ 1061036 w 4098240"/>
                <a:gd name="connsiteY10" fmla="*/ 2856585 h 3879780"/>
                <a:gd name="connsiteX11" fmla="*/ 1328685 w 4098240"/>
                <a:gd name="connsiteY11" fmla="*/ 3407337 h 3879780"/>
                <a:gd name="connsiteX12" fmla="*/ 1663245 w 4098240"/>
                <a:gd name="connsiteY12" fmla="*/ 3738110 h 3879780"/>
                <a:gd name="connsiteX13" fmla="*/ 2120003 w 4098240"/>
                <a:gd name="connsiteY13" fmla="*/ 3874284 h 3879780"/>
                <a:gd name="connsiteX14" fmla="*/ 2842544 w 4098240"/>
                <a:gd name="connsiteY14" fmla="*/ 3546403 h 3879780"/>
                <a:gd name="connsiteX15" fmla="*/ 3094714 w 4098240"/>
                <a:gd name="connsiteY15" fmla="*/ 2881564 h 3879780"/>
                <a:gd name="connsiteX16" fmla="*/ 3277252 w 4098240"/>
                <a:gd name="connsiteY16" fmla="*/ 2902684 h 3879780"/>
                <a:gd name="connsiteX17" fmla="*/ 3658328 w 4098240"/>
                <a:gd name="connsiteY17" fmla="*/ 2753402 h 3879780"/>
                <a:gd name="connsiteX18" fmla="*/ 4092611 w 4098240"/>
                <a:gd name="connsiteY18" fmla="*/ 2076583 h 3879780"/>
                <a:gd name="connsiteX19" fmla="*/ 3883204 w 4098240"/>
                <a:gd name="connsiteY19" fmla="*/ 1498198 h 3879780"/>
                <a:gd name="connsiteX20" fmla="*/ 3563292 w 4098240"/>
                <a:gd name="connsiteY20" fmla="*/ 1217814 h 3879780"/>
                <a:gd name="connsiteX21" fmla="*/ 2961827 w 4098240"/>
                <a:gd name="connsiteY21" fmla="*/ 1123634 h 3879780"/>
                <a:gd name="connsiteX22" fmla="*/ 2766154 w 4098240"/>
                <a:gd name="connsiteY22" fmla="*/ 380144 h 3879780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8240"/>
                <a:gd name="connsiteY0" fmla="*/ 380144 h 3891029"/>
                <a:gd name="connsiteX1" fmla="*/ 1987341 w 4098240"/>
                <a:gd name="connsiteY1" fmla="*/ 164 h 3891029"/>
                <a:gd name="connsiteX2" fmla="*/ 1287264 w 4098240"/>
                <a:gd name="connsiteY2" fmla="*/ 423666 h 3891029"/>
                <a:gd name="connsiteX3" fmla="*/ 1106484 w 4098240"/>
                <a:gd name="connsiteY3" fmla="*/ 1073139 h 3891029"/>
                <a:gd name="connsiteX4" fmla="*/ 735585 w 4098240"/>
                <a:gd name="connsiteY4" fmla="*/ 1113429 h 3891029"/>
                <a:gd name="connsiteX5" fmla="*/ 54696 w 4098240"/>
                <a:gd name="connsiteY5" fmla="*/ 1640242 h 3891029"/>
                <a:gd name="connsiteX6" fmla="*/ 35361 w 4098240"/>
                <a:gd name="connsiteY6" fmla="*/ 2089286 h 3891029"/>
                <a:gd name="connsiteX7" fmla="*/ 346271 w 4098240"/>
                <a:gd name="connsiteY7" fmla="*/ 2585442 h 3891029"/>
                <a:gd name="connsiteX8" fmla="*/ 972599 w 4098240"/>
                <a:gd name="connsiteY8" fmla="*/ 2850732 h 3891029"/>
                <a:gd name="connsiteX9" fmla="*/ 1060734 w 4098240"/>
                <a:gd name="connsiteY9" fmla="*/ 2855640 h 3891029"/>
                <a:gd name="connsiteX10" fmla="*/ 1061036 w 4098240"/>
                <a:gd name="connsiteY10" fmla="*/ 2856585 h 3891029"/>
                <a:gd name="connsiteX11" fmla="*/ 1663245 w 4098240"/>
                <a:gd name="connsiteY11" fmla="*/ 3738110 h 3891029"/>
                <a:gd name="connsiteX12" fmla="*/ 2120003 w 4098240"/>
                <a:gd name="connsiteY12" fmla="*/ 3874284 h 3891029"/>
                <a:gd name="connsiteX13" fmla="*/ 2842544 w 4098240"/>
                <a:gd name="connsiteY13" fmla="*/ 3546403 h 3891029"/>
                <a:gd name="connsiteX14" fmla="*/ 3094714 w 4098240"/>
                <a:gd name="connsiteY14" fmla="*/ 2881564 h 3891029"/>
                <a:gd name="connsiteX15" fmla="*/ 3277252 w 4098240"/>
                <a:gd name="connsiteY15" fmla="*/ 2902684 h 3891029"/>
                <a:gd name="connsiteX16" fmla="*/ 3658328 w 4098240"/>
                <a:gd name="connsiteY16" fmla="*/ 2753402 h 3891029"/>
                <a:gd name="connsiteX17" fmla="*/ 4092611 w 4098240"/>
                <a:gd name="connsiteY17" fmla="*/ 2076583 h 3891029"/>
                <a:gd name="connsiteX18" fmla="*/ 3883204 w 4098240"/>
                <a:gd name="connsiteY18" fmla="*/ 1498198 h 3891029"/>
                <a:gd name="connsiteX19" fmla="*/ 3563292 w 4098240"/>
                <a:gd name="connsiteY19" fmla="*/ 1217814 h 3891029"/>
                <a:gd name="connsiteX20" fmla="*/ 2961827 w 4098240"/>
                <a:gd name="connsiteY20" fmla="*/ 1123634 h 3891029"/>
                <a:gd name="connsiteX21" fmla="*/ 2766154 w 4098240"/>
                <a:gd name="connsiteY21" fmla="*/ 380144 h 3891029"/>
                <a:gd name="connsiteX0" fmla="*/ 2766154 w 4093499"/>
                <a:gd name="connsiteY0" fmla="*/ 380144 h 3891029"/>
                <a:gd name="connsiteX1" fmla="*/ 1987341 w 4093499"/>
                <a:gd name="connsiteY1" fmla="*/ 164 h 3891029"/>
                <a:gd name="connsiteX2" fmla="*/ 1287264 w 4093499"/>
                <a:gd name="connsiteY2" fmla="*/ 423666 h 3891029"/>
                <a:gd name="connsiteX3" fmla="*/ 1106484 w 4093499"/>
                <a:gd name="connsiteY3" fmla="*/ 1073139 h 3891029"/>
                <a:gd name="connsiteX4" fmla="*/ 735585 w 4093499"/>
                <a:gd name="connsiteY4" fmla="*/ 1113429 h 3891029"/>
                <a:gd name="connsiteX5" fmla="*/ 54696 w 4093499"/>
                <a:gd name="connsiteY5" fmla="*/ 1640242 h 3891029"/>
                <a:gd name="connsiteX6" fmla="*/ 35361 w 4093499"/>
                <a:gd name="connsiteY6" fmla="*/ 2089286 h 3891029"/>
                <a:gd name="connsiteX7" fmla="*/ 346271 w 4093499"/>
                <a:gd name="connsiteY7" fmla="*/ 2585442 h 3891029"/>
                <a:gd name="connsiteX8" fmla="*/ 972599 w 4093499"/>
                <a:gd name="connsiteY8" fmla="*/ 2850732 h 3891029"/>
                <a:gd name="connsiteX9" fmla="*/ 1060734 w 4093499"/>
                <a:gd name="connsiteY9" fmla="*/ 2855640 h 3891029"/>
                <a:gd name="connsiteX10" fmla="*/ 1061036 w 4093499"/>
                <a:gd name="connsiteY10" fmla="*/ 2856585 h 3891029"/>
                <a:gd name="connsiteX11" fmla="*/ 1663245 w 4093499"/>
                <a:gd name="connsiteY11" fmla="*/ 3738110 h 3891029"/>
                <a:gd name="connsiteX12" fmla="*/ 2120003 w 4093499"/>
                <a:gd name="connsiteY12" fmla="*/ 3874284 h 3891029"/>
                <a:gd name="connsiteX13" fmla="*/ 2842544 w 4093499"/>
                <a:gd name="connsiteY13" fmla="*/ 3546403 h 3891029"/>
                <a:gd name="connsiteX14" fmla="*/ 3094714 w 4093499"/>
                <a:gd name="connsiteY14" fmla="*/ 2881564 h 3891029"/>
                <a:gd name="connsiteX15" fmla="*/ 3277252 w 4093499"/>
                <a:gd name="connsiteY15" fmla="*/ 2902684 h 3891029"/>
                <a:gd name="connsiteX16" fmla="*/ 3658328 w 4093499"/>
                <a:gd name="connsiteY16" fmla="*/ 2753402 h 3891029"/>
                <a:gd name="connsiteX17" fmla="*/ 4092611 w 4093499"/>
                <a:gd name="connsiteY17" fmla="*/ 2076583 h 3891029"/>
                <a:gd name="connsiteX18" fmla="*/ 3563292 w 4093499"/>
                <a:gd name="connsiteY18" fmla="*/ 1217814 h 3891029"/>
                <a:gd name="connsiteX19" fmla="*/ 2961827 w 4093499"/>
                <a:gd name="connsiteY19" fmla="*/ 1123634 h 3891029"/>
                <a:gd name="connsiteX20" fmla="*/ 2766154 w 4093499"/>
                <a:gd name="connsiteY20" fmla="*/ 380144 h 3891029"/>
                <a:gd name="connsiteX0" fmla="*/ 2766154 w 4082825"/>
                <a:gd name="connsiteY0" fmla="*/ 380144 h 3891029"/>
                <a:gd name="connsiteX1" fmla="*/ 1987341 w 4082825"/>
                <a:gd name="connsiteY1" fmla="*/ 164 h 3891029"/>
                <a:gd name="connsiteX2" fmla="*/ 1287264 w 4082825"/>
                <a:gd name="connsiteY2" fmla="*/ 423666 h 3891029"/>
                <a:gd name="connsiteX3" fmla="*/ 1106484 w 4082825"/>
                <a:gd name="connsiteY3" fmla="*/ 1073139 h 3891029"/>
                <a:gd name="connsiteX4" fmla="*/ 735585 w 4082825"/>
                <a:gd name="connsiteY4" fmla="*/ 1113429 h 3891029"/>
                <a:gd name="connsiteX5" fmla="*/ 54696 w 4082825"/>
                <a:gd name="connsiteY5" fmla="*/ 1640242 h 3891029"/>
                <a:gd name="connsiteX6" fmla="*/ 35361 w 4082825"/>
                <a:gd name="connsiteY6" fmla="*/ 2089286 h 3891029"/>
                <a:gd name="connsiteX7" fmla="*/ 346271 w 4082825"/>
                <a:gd name="connsiteY7" fmla="*/ 2585442 h 3891029"/>
                <a:gd name="connsiteX8" fmla="*/ 972599 w 4082825"/>
                <a:gd name="connsiteY8" fmla="*/ 2850732 h 3891029"/>
                <a:gd name="connsiteX9" fmla="*/ 1060734 w 4082825"/>
                <a:gd name="connsiteY9" fmla="*/ 2855640 h 3891029"/>
                <a:gd name="connsiteX10" fmla="*/ 1061036 w 4082825"/>
                <a:gd name="connsiteY10" fmla="*/ 2856585 h 3891029"/>
                <a:gd name="connsiteX11" fmla="*/ 1663245 w 4082825"/>
                <a:gd name="connsiteY11" fmla="*/ 3738110 h 3891029"/>
                <a:gd name="connsiteX12" fmla="*/ 2120003 w 4082825"/>
                <a:gd name="connsiteY12" fmla="*/ 3874284 h 3891029"/>
                <a:gd name="connsiteX13" fmla="*/ 2842544 w 4082825"/>
                <a:gd name="connsiteY13" fmla="*/ 3546403 h 3891029"/>
                <a:gd name="connsiteX14" fmla="*/ 3094714 w 4082825"/>
                <a:gd name="connsiteY14" fmla="*/ 2881564 h 3891029"/>
                <a:gd name="connsiteX15" fmla="*/ 3277252 w 4082825"/>
                <a:gd name="connsiteY15" fmla="*/ 2902684 h 3891029"/>
                <a:gd name="connsiteX16" fmla="*/ 3658328 w 4082825"/>
                <a:gd name="connsiteY16" fmla="*/ 2753402 h 3891029"/>
                <a:gd name="connsiteX17" fmla="*/ 4082234 w 4082825"/>
                <a:gd name="connsiteY17" fmla="*/ 1931490 h 3891029"/>
                <a:gd name="connsiteX18" fmla="*/ 3563292 w 4082825"/>
                <a:gd name="connsiteY18" fmla="*/ 1217814 h 3891029"/>
                <a:gd name="connsiteX19" fmla="*/ 2961827 w 4082825"/>
                <a:gd name="connsiteY19" fmla="*/ 1123634 h 3891029"/>
                <a:gd name="connsiteX20" fmla="*/ 2766154 w 4082825"/>
                <a:gd name="connsiteY20" fmla="*/ 380144 h 3891029"/>
                <a:gd name="connsiteX0" fmla="*/ 2766154 w 4084560"/>
                <a:gd name="connsiteY0" fmla="*/ 380144 h 3891029"/>
                <a:gd name="connsiteX1" fmla="*/ 1987341 w 4084560"/>
                <a:gd name="connsiteY1" fmla="*/ 164 h 3891029"/>
                <a:gd name="connsiteX2" fmla="*/ 1287264 w 4084560"/>
                <a:gd name="connsiteY2" fmla="*/ 423666 h 3891029"/>
                <a:gd name="connsiteX3" fmla="*/ 1106484 w 4084560"/>
                <a:gd name="connsiteY3" fmla="*/ 1073139 h 3891029"/>
                <a:gd name="connsiteX4" fmla="*/ 735585 w 4084560"/>
                <a:gd name="connsiteY4" fmla="*/ 1113429 h 3891029"/>
                <a:gd name="connsiteX5" fmla="*/ 54696 w 4084560"/>
                <a:gd name="connsiteY5" fmla="*/ 1640242 h 3891029"/>
                <a:gd name="connsiteX6" fmla="*/ 35361 w 4084560"/>
                <a:gd name="connsiteY6" fmla="*/ 2089286 h 3891029"/>
                <a:gd name="connsiteX7" fmla="*/ 346271 w 4084560"/>
                <a:gd name="connsiteY7" fmla="*/ 2585442 h 3891029"/>
                <a:gd name="connsiteX8" fmla="*/ 972599 w 4084560"/>
                <a:gd name="connsiteY8" fmla="*/ 2850732 h 3891029"/>
                <a:gd name="connsiteX9" fmla="*/ 1060734 w 4084560"/>
                <a:gd name="connsiteY9" fmla="*/ 2855640 h 3891029"/>
                <a:gd name="connsiteX10" fmla="*/ 1061036 w 4084560"/>
                <a:gd name="connsiteY10" fmla="*/ 2856585 h 3891029"/>
                <a:gd name="connsiteX11" fmla="*/ 1663245 w 4084560"/>
                <a:gd name="connsiteY11" fmla="*/ 3738110 h 3891029"/>
                <a:gd name="connsiteX12" fmla="*/ 2120003 w 4084560"/>
                <a:gd name="connsiteY12" fmla="*/ 3874284 h 3891029"/>
                <a:gd name="connsiteX13" fmla="*/ 2842544 w 4084560"/>
                <a:gd name="connsiteY13" fmla="*/ 3546403 h 3891029"/>
                <a:gd name="connsiteX14" fmla="*/ 3094714 w 4084560"/>
                <a:gd name="connsiteY14" fmla="*/ 2881564 h 3891029"/>
                <a:gd name="connsiteX15" fmla="*/ 3277252 w 4084560"/>
                <a:gd name="connsiteY15" fmla="*/ 2902684 h 3891029"/>
                <a:gd name="connsiteX16" fmla="*/ 3734830 w 4084560"/>
                <a:gd name="connsiteY16" fmla="*/ 2744508 h 3891029"/>
                <a:gd name="connsiteX17" fmla="*/ 4082234 w 4084560"/>
                <a:gd name="connsiteY17" fmla="*/ 1931490 h 3891029"/>
                <a:gd name="connsiteX18" fmla="*/ 3563292 w 4084560"/>
                <a:gd name="connsiteY18" fmla="*/ 1217814 h 3891029"/>
                <a:gd name="connsiteX19" fmla="*/ 2961827 w 4084560"/>
                <a:gd name="connsiteY19" fmla="*/ 1123634 h 3891029"/>
                <a:gd name="connsiteX20" fmla="*/ 2766154 w 4084560"/>
                <a:gd name="connsiteY20" fmla="*/ 380144 h 3891029"/>
                <a:gd name="connsiteX0" fmla="*/ 2766154 w 4084429"/>
                <a:gd name="connsiteY0" fmla="*/ 380144 h 3891029"/>
                <a:gd name="connsiteX1" fmla="*/ 1987341 w 4084429"/>
                <a:gd name="connsiteY1" fmla="*/ 164 h 3891029"/>
                <a:gd name="connsiteX2" fmla="*/ 1287264 w 4084429"/>
                <a:gd name="connsiteY2" fmla="*/ 423666 h 3891029"/>
                <a:gd name="connsiteX3" fmla="*/ 1106484 w 4084429"/>
                <a:gd name="connsiteY3" fmla="*/ 1073139 h 3891029"/>
                <a:gd name="connsiteX4" fmla="*/ 735585 w 4084429"/>
                <a:gd name="connsiteY4" fmla="*/ 1113429 h 3891029"/>
                <a:gd name="connsiteX5" fmla="*/ 54696 w 4084429"/>
                <a:gd name="connsiteY5" fmla="*/ 1640242 h 3891029"/>
                <a:gd name="connsiteX6" fmla="*/ 35361 w 4084429"/>
                <a:gd name="connsiteY6" fmla="*/ 2089286 h 3891029"/>
                <a:gd name="connsiteX7" fmla="*/ 346271 w 4084429"/>
                <a:gd name="connsiteY7" fmla="*/ 2585442 h 3891029"/>
                <a:gd name="connsiteX8" fmla="*/ 972599 w 4084429"/>
                <a:gd name="connsiteY8" fmla="*/ 2850732 h 3891029"/>
                <a:gd name="connsiteX9" fmla="*/ 1060734 w 4084429"/>
                <a:gd name="connsiteY9" fmla="*/ 2855640 h 3891029"/>
                <a:gd name="connsiteX10" fmla="*/ 1061036 w 4084429"/>
                <a:gd name="connsiteY10" fmla="*/ 2856585 h 3891029"/>
                <a:gd name="connsiteX11" fmla="*/ 1663245 w 4084429"/>
                <a:gd name="connsiteY11" fmla="*/ 3738110 h 3891029"/>
                <a:gd name="connsiteX12" fmla="*/ 2120003 w 4084429"/>
                <a:gd name="connsiteY12" fmla="*/ 3874284 h 3891029"/>
                <a:gd name="connsiteX13" fmla="*/ 2842544 w 4084429"/>
                <a:gd name="connsiteY13" fmla="*/ 3546403 h 3891029"/>
                <a:gd name="connsiteX14" fmla="*/ 3094714 w 4084429"/>
                <a:gd name="connsiteY14" fmla="*/ 2881564 h 3891029"/>
                <a:gd name="connsiteX15" fmla="*/ 3373766 w 4084429"/>
                <a:gd name="connsiteY15" fmla="*/ 2894533 h 3891029"/>
                <a:gd name="connsiteX16" fmla="*/ 3734830 w 4084429"/>
                <a:gd name="connsiteY16" fmla="*/ 2744508 h 3891029"/>
                <a:gd name="connsiteX17" fmla="*/ 4082234 w 4084429"/>
                <a:gd name="connsiteY17" fmla="*/ 1931490 h 3891029"/>
                <a:gd name="connsiteX18" fmla="*/ 3563292 w 4084429"/>
                <a:gd name="connsiteY18" fmla="*/ 1217814 h 3891029"/>
                <a:gd name="connsiteX19" fmla="*/ 2961827 w 4084429"/>
                <a:gd name="connsiteY19" fmla="*/ 1123634 h 3891029"/>
                <a:gd name="connsiteX20" fmla="*/ 2766154 w 4084429"/>
                <a:gd name="connsiteY20" fmla="*/ 380144 h 3891029"/>
                <a:gd name="connsiteX0" fmla="*/ 2766154 w 4087428"/>
                <a:gd name="connsiteY0" fmla="*/ 380144 h 3891029"/>
                <a:gd name="connsiteX1" fmla="*/ 1987341 w 4087428"/>
                <a:gd name="connsiteY1" fmla="*/ 164 h 3891029"/>
                <a:gd name="connsiteX2" fmla="*/ 1287264 w 4087428"/>
                <a:gd name="connsiteY2" fmla="*/ 423666 h 3891029"/>
                <a:gd name="connsiteX3" fmla="*/ 1106484 w 4087428"/>
                <a:gd name="connsiteY3" fmla="*/ 1073139 h 3891029"/>
                <a:gd name="connsiteX4" fmla="*/ 735585 w 4087428"/>
                <a:gd name="connsiteY4" fmla="*/ 1113429 h 3891029"/>
                <a:gd name="connsiteX5" fmla="*/ 54696 w 4087428"/>
                <a:gd name="connsiteY5" fmla="*/ 1640242 h 3891029"/>
                <a:gd name="connsiteX6" fmla="*/ 35361 w 4087428"/>
                <a:gd name="connsiteY6" fmla="*/ 2089286 h 3891029"/>
                <a:gd name="connsiteX7" fmla="*/ 346271 w 4087428"/>
                <a:gd name="connsiteY7" fmla="*/ 2585442 h 3891029"/>
                <a:gd name="connsiteX8" fmla="*/ 972599 w 4087428"/>
                <a:gd name="connsiteY8" fmla="*/ 2850732 h 3891029"/>
                <a:gd name="connsiteX9" fmla="*/ 1060734 w 4087428"/>
                <a:gd name="connsiteY9" fmla="*/ 2855640 h 3891029"/>
                <a:gd name="connsiteX10" fmla="*/ 1061036 w 4087428"/>
                <a:gd name="connsiteY10" fmla="*/ 2856585 h 3891029"/>
                <a:gd name="connsiteX11" fmla="*/ 1663245 w 4087428"/>
                <a:gd name="connsiteY11" fmla="*/ 3738110 h 3891029"/>
                <a:gd name="connsiteX12" fmla="*/ 2120003 w 4087428"/>
                <a:gd name="connsiteY12" fmla="*/ 3874284 h 3891029"/>
                <a:gd name="connsiteX13" fmla="*/ 2842544 w 4087428"/>
                <a:gd name="connsiteY13" fmla="*/ 3546403 h 3891029"/>
                <a:gd name="connsiteX14" fmla="*/ 3094714 w 4087428"/>
                <a:gd name="connsiteY14" fmla="*/ 2881564 h 3891029"/>
                <a:gd name="connsiteX15" fmla="*/ 3373766 w 4087428"/>
                <a:gd name="connsiteY15" fmla="*/ 2894533 h 3891029"/>
                <a:gd name="connsiteX16" fmla="*/ 3803479 w 4087428"/>
                <a:gd name="connsiteY16" fmla="*/ 2731413 h 3891029"/>
                <a:gd name="connsiteX17" fmla="*/ 4082234 w 4087428"/>
                <a:gd name="connsiteY17" fmla="*/ 1931490 h 3891029"/>
                <a:gd name="connsiteX18" fmla="*/ 3563292 w 4087428"/>
                <a:gd name="connsiteY18" fmla="*/ 1217814 h 3891029"/>
                <a:gd name="connsiteX19" fmla="*/ 2961827 w 4087428"/>
                <a:gd name="connsiteY19" fmla="*/ 1123634 h 3891029"/>
                <a:gd name="connsiteX20" fmla="*/ 2766154 w 4087428"/>
                <a:gd name="connsiteY20" fmla="*/ 380144 h 3891029"/>
                <a:gd name="connsiteX0" fmla="*/ 2766154 w 4088969"/>
                <a:gd name="connsiteY0" fmla="*/ 380144 h 3891029"/>
                <a:gd name="connsiteX1" fmla="*/ 1987341 w 4088969"/>
                <a:gd name="connsiteY1" fmla="*/ 164 h 3891029"/>
                <a:gd name="connsiteX2" fmla="*/ 1287264 w 4088969"/>
                <a:gd name="connsiteY2" fmla="*/ 423666 h 3891029"/>
                <a:gd name="connsiteX3" fmla="*/ 1106484 w 4088969"/>
                <a:gd name="connsiteY3" fmla="*/ 1073139 h 3891029"/>
                <a:gd name="connsiteX4" fmla="*/ 735585 w 4088969"/>
                <a:gd name="connsiteY4" fmla="*/ 1113429 h 3891029"/>
                <a:gd name="connsiteX5" fmla="*/ 54696 w 4088969"/>
                <a:gd name="connsiteY5" fmla="*/ 1640242 h 3891029"/>
                <a:gd name="connsiteX6" fmla="*/ 35361 w 4088969"/>
                <a:gd name="connsiteY6" fmla="*/ 2089286 h 3891029"/>
                <a:gd name="connsiteX7" fmla="*/ 346271 w 4088969"/>
                <a:gd name="connsiteY7" fmla="*/ 2585442 h 3891029"/>
                <a:gd name="connsiteX8" fmla="*/ 972599 w 4088969"/>
                <a:gd name="connsiteY8" fmla="*/ 2850732 h 3891029"/>
                <a:gd name="connsiteX9" fmla="*/ 1060734 w 4088969"/>
                <a:gd name="connsiteY9" fmla="*/ 2855640 h 3891029"/>
                <a:gd name="connsiteX10" fmla="*/ 1061036 w 4088969"/>
                <a:gd name="connsiteY10" fmla="*/ 2856585 h 3891029"/>
                <a:gd name="connsiteX11" fmla="*/ 1663245 w 4088969"/>
                <a:gd name="connsiteY11" fmla="*/ 3738110 h 3891029"/>
                <a:gd name="connsiteX12" fmla="*/ 2120003 w 4088969"/>
                <a:gd name="connsiteY12" fmla="*/ 3874284 h 3891029"/>
                <a:gd name="connsiteX13" fmla="*/ 2842544 w 4088969"/>
                <a:gd name="connsiteY13" fmla="*/ 3546403 h 3891029"/>
                <a:gd name="connsiteX14" fmla="*/ 3094714 w 4088969"/>
                <a:gd name="connsiteY14" fmla="*/ 2881564 h 3891029"/>
                <a:gd name="connsiteX15" fmla="*/ 3373766 w 4088969"/>
                <a:gd name="connsiteY15" fmla="*/ 2894533 h 3891029"/>
                <a:gd name="connsiteX16" fmla="*/ 3803479 w 4088969"/>
                <a:gd name="connsiteY16" fmla="*/ 2731413 h 3891029"/>
                <a:gd name="connsiteX17" fmla="*/ 4082234 w 4088969"/>
                <a:gd name="connsiteY17" fmla="*/ 1931490 h 3891029"/>
                <a:gd name="connsiteX18" fmla="*/ 3563292 w 4088969"/>
                <a:gd name="connsiteY18" fmla="*/ 1217814 h 3891029"/>
                <a:gd name="connsiteX19" fmla="*/ 2961827 w 4088969"/>
                <a:gd name="connsiteY19" fmla="*/ 1123634 h 3891029"/>
                <a:gd name="connsiteX20" fmla="*/ 2766154 w 4088969"/>
                <a:gd name="connsiteY20" fmla="*/ 380144 h 3891029"/>
                <a:gd name="connsiteX0" fmla="*/ 2766154 w 4088969"/>
                <a:gd name="connsiteY0" fmla="*/ 379982 h 3890867"/>
                <a:gd name="connsiteX1" fmla="*/ 1987341 w 4088969"/>
                <a:gd name="connsiteY1" fmla="*/ 2 h 3890867"/>
                <a:gd name="connsiteX2" fmla="*/ 1287264 w 4088969"/>
                <a:gd name="connsiteY2" fmla="*/ 423504 h 3890867"/>
                <a:gd name="connsiteX3" fmla="*/ 1106484 w 4088969"/>
                <a:gd name="connsiteY3" fmla="*/ 1072977 h 3890867"/>
                <a:gd name="connsiteX4" fmla="*/ 735585 w 4088969"/>
                <a:gd name="connsiteY4" fmla="*/ 1113267 h 3890867"/>
                <a:gd name="connsiteX5" fmla="*/ 54696 w 4088969"/>
                <a:gd name="connsiteY5" fmla="*/ 1640080 h 3890867"/>
                <a:gd name="connsiteX6" fmla="*/ 35361 w 4088969"/>
                <a:gd name="connsiteY6" fmla="*/ 2089124 h 3890867"/>
                <a:gd name="connsiteX7" fmla="*/ 346271 w 4088969"/>
                <a:gd name="connsiteY7" fmla="*/ 2585280 h 3890867"/>
                <a:gd name="connsiteX8" fmla="*/ 972599 w 4088969"/>
                <a:gd name="connsiteY8" fmla="*/ 2850570 h 3890867"/>
                <a:gd name="connsiteX9" fmla="*/ 1060734 w 4088969"/>
                <a:gd name="connsiteY9" fmla="*/ 2855478 h 3890867"/>
                <a:gd name="connsiteX10" fmla="*/ 1061036 w 4088969"/>
                <a:gd name="connsiteY10" fmla="*/ 2856423 h 3890867"/>
                <a:gd name="connsiteX11" fmla="*/ 1663245 w 4088969"/>
                <a:gd name="connsiteY11" fmla="*/ 3737948 h 3890867"/>
                <a:gd name="connsiteX12" fmla="*/ 2120003 w 4088969"/>
                <a:gd name="connsiteY12" fmla="*/ 3874122 h 3890867"/>
                <a:gd name="connsiteX13" fmla="*/ 2842544 w 4088969"/>
                <a:gd name="connsiteY13" fmla="*/ 3546241 h 3890867"/>
                <a:gd name="connsiteX14" fmla="*/ 3094714 w 4088969"/>
                <a:gd name="connsiteY14" fmla="*/ 2881402 h 3890867"/>
                <a:gd name="connsiteX15" fmla="*/ 3373766 w 4088969"/>
                <a:gd name="connsiteY15" fmla="*/ 2894371 h 3890867"/>
                <a:gd name="connsiteX16" fmla="*/ 3803479 w 4088969"/>
                <a:gd name="connsiteY16" fmla="*/ 2731251 h 3890867"/>
                <a:gd name="connsiteX17" fmla="*/ 4082234 w 4088969"/>
                <a:gd name="connsiteY17" fmla="*/ 1931328 h 3890867"/>
                <a:gd name="connsiteX18" fmla="*/ 3563292 w 4088969"/>
                <a:gd name="connsiteY18" fmla="*/ 1217652 h 3890867"/>
                <a:gd name="connsiteX19" fmla="*/ 2961827 w 4088969"/>
                <a:gd name="connsiteY19" fmla="*/ 1123472 h 3890867"/>
                <a:gd name="connsiteX20" fmla="*/ 2766154 w 4088969"/>
                <a:gd name="connsiteY20" fmla="*/ 379982 h 3890867"/>
                <a:gd name="connsiteX0" fmla="*/ 2766154 w 4088969"/>
                <a:gd name="connsiteY0" fmla="*/ 379982 h 3776692"/>
                <a:gd name="connsiteX1" fmla="*/ 1987341 w 4088969"/>
                <a:gd name="connsiteY1" fmla="*/ 2 h 3776692"/>
                <a:gd name="connsiteX2" fmla="*/ 1287264 w 4088969"/>
                <a:gd name="connsiteY2" fmla="*/ 423504 h 3776692"/>
                <a:gd name="connsiteX3" fmla="*/ 1106484 w 4088969"/>
                <a:gd name="connsiteY3" fmla="*/ 1072977 h 3776692"/>
                <a:gd name="connsiteX4" fmla="*/ 735585 w 4088969"/>
                <a:gd name="connsiteY4" fmla="*/ 1113267 h 3776692"/>
                <a:gd name="connsiteX5" fmla="*/ 54696 w 4088969"/>
                <a:gd name="connsiteY5" fmla="*/ 1640080 h 3776692"/>
                <a:gd name="connsiteX6" fmla="*/ 35361 w 4088969"/>
                <a:gd name="connsiteY6" fmla="*/ 2089124 h 3776692"/>
                <a:gd name="connsiteX7" fmla="*/ 346271 w 4088969"/>
                <a:gd name="connsiteY7" fmla="*/ 2585280 h 3776692"/>
                <a:gd name="connsiteX8" fmla="*/ 972599 w 4088969"/>
                <a:gd name="connsiteY8" fmla="*/ 2850570 h 3776692"/>
                <a:gd name="connsiteX9" fmla="*/ 1060734 w 4088969"/>
                <a:gd name="connsiteY9" fmla="*/ 2855478 h 3776692"/>
                <a:gd name="connsiteX10" fmla="*/ 1061036 w 4088969"/>
                <a:gd name="connsiteY10" fmla="*/ 2856423 h 3776692"/>
                <a:gd name="connsiteX11" fmla="*/ 1663245 w 4088969"/>
                <a:gd name="connsiteY11" fmla="*/ 3737948 h 3776692"/>
                <a:gd name="connsiteX12" fmla="*/ 2842544 w 4088969"/>
                <a:gd name="connsiteY12" fmla="*/ 3546241 h 3776692"/>
                <a:gd name="connsiteX13" fmla="*/ 3094714 w 4088969"/>
                <a:gd name="connsiteY13" fmla="*/ 2881402 h 3776692"/>
                <a:gd name="connsiteX14" fmla="*/ 3373766 w 4088969"/>
                <a:gd name="connsiteY14" fmla="*/ 2894371 h 3776692"/>
                <a:gd name="connsiteX15" fmla="*/ 3803479 w 4088969"/>
                <a:gd name="connsiteY15" fmla="*/ 2731251 h 3776692"/>
                <a:gd name="connsiteX16" fmla="*/ 4082234 w 4088969"/>
                <a:gd name="connsiteY16" fmla="*/ 1931328 h 3776692"/>
                <a:gd name="connsiteX17" fmla="*/ 3563292 w 4088969"/>
                <a:gd name="connsiteY17" fmla="*/ 1217652 h 3776692"/>
                <a:gd name="connsiteX18" fmla="*/ 2961827 w 4088969"/>
                <a:gd name="connsiteY18" fmla="*/ 1123472 h 3776692"/>
                <a:gd name="connsiteX19" fmla="*/ 2766154 w 4088969"/>
                <a:gd name="connsiteY19" fmla="*/ 379982 h 3776692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35544"/>
                <a:gd name="connsiteX1" fmla="*/ 1987341 w 4088969"/>
                <a:gd name="connsiteY1" fmla="*/ 2 h 3835544"/>
                <a:gd name="connsiteX2" fmla="*/ 1287264 w 4088969"/>
                <a:gd name="connsiteY2" fmla="*/ 423504 h 3835544"/>
                <a:gd name="connsiteX3" fmla="*/ 1106484 w 4088969"/>
                <a:gd name="connsiteY3" fmla="*/ 1072977 h 3835544"/>
                <a:gd name="connsiteX4" fmla="*/ 735585 w 4088969"/>
                <a:gd name="connsiteY4" fmla="*/ 1113267 h 3835544"/>
                <a:gd name="connsiteX5" fmla="*/ 54696 w 4088969"/>
                <a:gd name="connsiteY5" fmla="*/ 1640080 h 3835544"/>
                <a:gd name="connsiteX6" fmla="*/ 35361 w 4088969"/>
                <a:gd name="connsiteY6" fmla="*/ 2089124 h 3835544"/>
                <a:gd name="connsiteX7" fmla="*/ 346271 w 4088969"/>
                <a:gd name="connsiteY7" fmla="*/ 2585280 h 3835544"/>
                <a:gd name="connsiteX8" fmla="*/ 972599 w 4088969"/>
                <a:gd name="connsiteY8" fmla="*/ 2850570 h 3835544"/>
                <a:gd name="connsiteX9" fmla="*/ 1060734 w 4088969"/>
                <a:gd name="connsiteY9" fmla="*/ 2855478 h 3835544"/>
                <a:gd name="connsiteX10" fmla="*/ 1061036 w 4088969"/>
                <a:gd name="connsiteY10" fmla="*/ 2856423 h 3835544"/>
                <a:gd name="connsiteX11" fmla="*/ 1768875 w 4088969"/>
                <a:gd name="connsiteY11" fmla="*/ 3804445 h 3835544"/>
                <a:gd name="connsiteX12" fmla="*/ 2842544 w 4088969"/>
                <a:gd name="connsiteY12" fmla="*/ 3546241 h 3835544"/>
                <a:gd name="connsiteX13" fmla="*/ 3094714 w 4088969"/>
                <a:gd name="connsiteY13" fmla="*/ 2881402 h 3835544"/>
                <a:gd name="connsiteX14" fmla="*/ 3373766 w 4088969"/>
                <a:gd name="connsiteY14" fmla="*/ 2894371 h 3835544"/>
                <a:gd name="connsiteX15" fmla="*/ 3803479 w 4088969"/>
                <a:gd name="connsiteY15" fmla="*/ 2731251 h 3835544"/>
                <a:gd name="connsiteX16" fmla="*/ 4082234 w 4088969"/>
                <a:gd name="connsiteY16" fmla="*/ 1931328 h 3835544"/>
                <a:gd name="connsiteX17" fmla="*/ 3563292 w 4088969"/>
                <a:gd name="connsiteY17" fmla="*/ 1217652 h 3835544"/>
                <a:gd name="connsiteX18" fmla="*/ 2961827 w 4088969"/>
                <a:gd name="connsiteY18" fmla="*/ 1123472 h 3835544"/>
                <a:gd name="connsiteX19" fmla="*/ 2766154 w 4088969"/>
                <a:gd name="connsiteY19" fmla="*/ 379982 h 3835544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59506"/>
                <a:gd name="connsiteX1" fmla="*/ 1987341 w 4088969"/>
                <a:gd name="connsiteY1" fmla="*/ 2 h 3859506"/>
                <a:gd name="connsiteX2" fmla="*/ 1287264 w 4088969"/>
                <a:gd name="connsiteY2" fmla="*/ 423504 h 3859506"/>
                <a:gd name="connsiteX3" fmla="*/ 1106484 w 4088969"/>
                <a:gd name="connsiteY3" fmla="*/ 1072977 h 3859506"/>
                <a:gd name="connsiteX4" fmla="*/ 735585 w 4088969"/>
                <a:gd name="connsiteY4" fmla="*/ 1113267 h 3859506"/>
                <a:gd name="connsiteX5" fmla="*/ 54696 w 4088969"/>
                <a:gd name="connsiteY5" fmla="*/ 1640080 h 3859506"/>
                <a:gd name="connsiteX6" fmla="*/ 35361 w 4088969"/>
                <a:gd name="connsiteY6" fmla="*/ 2089124 h 3859506"/>
                <a:gd name="connsiteX7" fmla="*/ 346271 w 4088969"/>
                <a:gd name="connsiteY7" fmla="*/ 2585280 h 3859506"/>
                <a:gd name="connsiteX8" fmla="*/ 972599 w 4088969"/>
                <a:gd name="connsiteY8" fmla="*/ 2850570 h 3859506"/>
                <a:gd name="connsiteX9" fmla="*/ 1060734 w 4088969"/>
                <a:gd name="connsiteY9" fmla="*/ 2855478 h 3859506"/>
                <a:gd name="connsiteX10" fmla="*/ 1061036 w 4088969"/>
                <a:gd name="connsiteY10" fmla="*/ 2856423 h 3859506"/>
                <a:gd name="connsiteX11" fmla="*/ 1768875 w 4088969"/>
                <a:gd name="connsiteY11" fmla="*/ 3804445 h 3859506"/>
                <a:gd name="connsiteX12" fmla="*/ 2842544 w 4088969"/>
                <a:gd name="connsiteY12" fmla="*/ 3546241 h 3859506"/>
                <a:gd name="connsiteX13" fmla="*/ 3094714 w 4088969"/>
                <a:gd name="connsiteY13" fmla="*/ 2881402 h 3859506"/>
                <a:gd name="connsiteX14" fmla="*/ 3373766 w 4088969"/>
                <a:gd name="connsiteY14" fmla="*/ 2894371 h 3859506"/>
                <a:gd name="connsiteX15" fmla="*/ 3803479 w 4088969"/>
                <a:gd name="connsiteY15" fmla="*/ 2731251 h 3859506"/>
                <a:gd name="connsiteX16" fmla="*/ 4082234 w 4088969"/>
                <a:gd name="connsiteY16" fmla="*/ 1931328 h 3859506"/>
                <a:gd name="connsiteX17" fmla="*/ 3563292 w 4088969"/>
                <a:gd name="connsiteY17" fmla="*/ 1217652 h 3859506"/>
                <a:gd name="connsiteX18" fmla="*/ 2961827 w 4088969"/>
                <a:gd name="connsiteY18" fmla="*/ 1123472 h 3859506"/>
                <a:gd name="connsiteX19" fmla="*/ 2766154 w 4088969"/>
                <a:gd name="connsiteY19" fmla="*/ 379982 h 3859506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061036 w 4088969"/>
                <a:gd name="connsiteY10" fmla="*/ 2856423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  <a:gd name="connsiteX0" fmla="*/ 2766154 w 4088969"/>
                <a:gd name="connsiteY0" fmla="*/ 379982 h 3878124"/>
                <a:gd name="connsiteX1" fmla="*/ 1987341 w 4088969"/>
                <a:gd name="connsiteY1" fmla="*/ 2 h 3878124"/>
                <a:gd name="connsiteX2" fmla="*/ 1287264 w 4088969"/>
                <a:gd name="connsiteY2" fmla="*/ 423504 h 3878124"/>
                <a:gd name="connsiteX3" fmla="*/ 1106484 w 4088969"/>
                <a:gd name="connsiteY3" fmla="*/ 1072977 h 3878124"/>
                <a:gd name="connsiteX4" fmla="*/ 735585 w 4088969"/>
                <a:gd name="connsiteY4" fmla="*/ 1113267 h 3878124"/>
                <a:gd name="connsiteX5" fmla="*/ 54696 w 4088969"/>
                <a:gd name="connsiteY5" fmla="*/ 1640080 h 3878124"/>
                <a:gd name="connsiteX6" fmla="*/ 35361 w 4088969"/>
                <a:gd name="connsiteY6" fmla="*/ 2089124 h 3878124"/>
                <a:gd name="connsiteX7" fmla="*/ 346271 w 4088969"/>
                <a:gd name="connsiteY7" fmla="*/ 2585280 h 3878124"/>
                <a:gd name="connsiteX8" fmla="*/ 972599 w 4088969"/>
                <a:gd name="connsiteY8" fmla="*/ 2850570 h 3878124"/>
                <a:gd name="connsiteX9" fmla="*/ 1060734 w 4088969"/>
                <a:gd name="connsiteY9" fmla="*/ 2855478 h 3878124"/>
                <a:gd name="connsiteX10" fmla="*/ 1119551 w 4088969"/>
                <a:gd name="connsiteY10" fmla="*/ 2897705 h 3878124"/>
                <a:gd name="connsiteX11" fmla="*/ 1768875 w 4088969"/>
                <a:gd name="connsiteY11" fmla="*/ 3804445 h 3878124"/>
                <a:gd name="connsiteX12" fmla="*/ 2835955 w 4088969"/>
                <a:gd name="connsiteY12" fmla="*/ 3612481 h 3878124"/>
                <a:gd name="connsiteX13" fmla="*/ 3094714 w 4088969"/>
                <a:gd name="connsiteY13" fmla="*/ 2881402 h 3878124"/>
                <a:gd name="connsiteX14" fmla="*/ 3373766 w 4088969"/>
                <a:gd name="connsiteY14" fmla="*/ 2894371 h 3878124"/>
                <a:gd name="connsiteX15" fmla="*/ 3803479 w 4088969"/>
                <a:gd name="connsiteY15" fmla="*/ 2731251 h 3878124"/>
                <a:gd name="connsiteX16" fmla="*/ 4082234 w 4088969"/>
                <a:gd name="connsiteY16" fmla="*/ 1931328 h 3878124"/>
                <a:gd name="connsiteX17" fmla="*/ 3563292 w 4088969"/>
                <a:gd name="connsiteY17" fmla="*/ 1217652 h 3878124"/>
                <a:gd name="connsiteX18" fmla="*/ 2961827 w 4088969"/>
                <a:gd name="connsiteY18" fmla="*/ 1123472 h 3878124"/>
                <a:gd name="connsiteX19" fmla="*/ 2766154 w 4088969"/>
                <a:gd name="connsiteY19" fmla="*/ 379982 h 3878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088969" h="3878124">
                  <a:moveTo>
                    <a:pt x="2766154" y="379982"/>
                  </a:moveTo>
                  <a:cubicBezTo>
                    <a:pt x="2630548" y="229087"/>
                    <a:pt x="2321724" y="-77"/>
                    <a:pt x="1987341" y="2"/>
                  </a:cubicBezTo>
                  <a:cubicBezTo>
                    <a:pt x="1652958" y="81"/>
                    <a:pt x="1434073" y="244675"/>
                    <a:pt x="1287264" y="423504"/>
                  </a:cubicBezTo>
                  <a:cubicBezTo>
                    <a:pt x="1140455" y="602333"/>
                    <a:pt x="1135670" y="983336"/>
                    <a:pt x="1106484" y="1072977"/>
                  </a:cubicBezTo>
                  <a:lnTo>
                    <a:pt x="735585" y="1113267"/>
                  </a:lnTo>
                  <a:cubicBezTo>
                    <a:pt x="394522" y="1201212"/>
                    <a:pt x="125616" y="1477992"/>
                    <a:pt x="54696" y="1640080"/>
                  </a:cubicBezTo>
                  <a:cubicBezTo>
                    <a:pt x="-16224" y="1802169"/>
                    <a:pt x="-13234" y="1931591"/>
                    <a:pt x="35361" y="2089124"/>
                  </a:cubicBezTo>
                  <a:cubicBezTo>
                    <a:pt x="83957" y="2246658"/>
                    <a:pt x="197998" y="2472233"/>
                    <a:pt x="346271" y="2585280"/>
                  </a:cubicBezTo>
                  <a:cubicBezTo>
                    <a:pt x="494544" y="2698327"/>
                    <a:pt x="679002" y="2830745"/>
                    <a:pt x="972599" y="2850570"/>
                  </a:cubicBezTo>
                  <a:lnTo>
                    <a:pt x="1060734" y="2855478"/>
                  </a:lnTo>
                  <a:cubicBezTo>
                    <a:pt x="1060835" y="2855793"/>
                    <a:pt x="1086384" y="2824822"/>
                    <a:pt x="1119551" y="2897705"/>
                  </a:cubicBezTo>
                  <a:cubicBezTo>
                    <a:pt x="1201291" y="3077324"/>
                    <a:pt x="1173557" y="3529787"/>
                    <a:pt x="1768875" y="3804445"/>
                  </a:cubicBezTo>
                  <a:cubicBezTo>
                    <a:pt x="2065793" y="3919415"/>
                    <a:pt x="2570514" y="3930236"/>
                    <a:pt x="2835955" y="3612481"/>
                  </a:cubicBezTo>
                  <a:cubicBezTo>
                    <a:pt x="3063138" y="3334957"/>
                    <a:pt x="3016048" y="3111307"/>
                    <a:pt x="3094714" y="2881402"/>
                  </a:cubicBezTo>
                  <a:cubicBezTo>
                    <a:pt x="3126816" y="2876198"/>
                    <a:pt x="3255639" y="2919396"/>
                    <a:pt x="3373766" y="2894371"/>
                  </a:cubicBezTo>
                  <a:cubicBezTo>
                    <a:pt x="3491893" y="2869346"/>
                    <a:pt x="3660784" y="2870330"/>
                    <a:pt x="3803479" y="2731251"/>
                  </a:cubicBezTo>
                  <a:cubicBezTo>
                    <a:pt x="3978047" y="2561106"/>
                    <a:pt x="4122265" y="2183594"/>
                    <a:pt x="4082234" y="1931328"/>
                  </a:cubicBezTo>
                  <a:cubicBezTo>
                    <a:pt x="4042203" y="1679062"/>
                    <a:pt x="3790518" y="1307518"/>
                    <a:pt x="3563292" y="1217652"/>
                  </a:cubicBezTo>
                  <a:cubicBezTo>
                    <a:pt x="3409729" y="1155225"/>
                    <a:pt x="3361224" y="1130050"/>
                    <a:pt x="2961827" y="1123472"/>
                  </a:cubicBezTo>
                  <a:cubicBezTo>
                    <a:pt x="3010153" y="770188"/>
                    <a:pt x="2927775" y="532506"/>
                    <a:pt x="2766154" y="379982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A7FBF4F-8045-37FA-66AE-2A42F8BFD51C}"/>
                </a:ext>
              </a:extLst>
            </p:cNvPr>
            <p:cNvGrpSpPr/>
            <p:nvPr/>
          </p:nvGrpSpPr>
          <p:grpSpPr>
            <a:xfrm rot="20772672">
              <a:off x="7913761" y="5937031"/>
              <a:ext cx="564223" cy="341935"/>
              <a:chOff x="6784866" y="7800837"/>
              <a:chExt cx="564223" cy="341935"/>
            </a:xfrm>
          </p:grpSpPr>
          <p:sp>
            <p:nvSpPr>
              <p:cNvPr id="19" name="Freeform: Shape 25">
                <a:extLst>
                  <a:ext uri="{FF2B5EF4-FFF2-40B4-BE49-F238E27FC236}">
                    <a16:creationId xmlns:a16="http://schemas.microsoft.com/office/drawing/2014/main" id="{5C2D26DD-4B39-3E13-A14D-F6C0BA79EEDD}"/>
                  </a:ext>
                </a:extLst>
              </p:cNvPr>
              <p:cNvSpPr/>
              <p:nvPr/>
            </p:nvSpPr>
            <p:spPr>
              <a:xfrm rot="5636109">
                <a:off x="7202413" y="7781565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26">
                <a:extLst>
                  <a:ext uri="{FF2B5EF4-FFF2-40B4-BE49-F238E27FC236}">
                    <a16:creationId xmlns:a16="http://schemas.microsoft.com/office/drawing/2014/main" id="{41C68EFC-B94B-E5A1-4802-DF487B5F20E3}"/>
                  </a:ext>
                </a:extLst>
              </p:cNvPr>
              <p:cNvSpPr/>
              <p:nvPr/>
            </p:nvSpPr>
            <p:spPr>
              <a:xfrm rot="17418376">
                <a:off x="6819714" y="7765989"/>
                <a:ext cx="111828" cy="181524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7">
                <a:extLst>
                  <a:ext uri="{FF2B5EF4-FFF2-40B4-BE49-F238E27FC236}">
                    <a16:creationId xmlns:a16="http://schemas.microsoft.com/office/drawing/2014/main" id="{B5CC7658-60C4-FF72-1C50-56D5D3524E48}"/>
                  </a:ext>
                </a:extLst>
              </p:cNvPr>
              <p:cNvSpPr/>
              <p:nvPr/>
            </p:nvSpPr>
            <p:spPr>
              <a:xfrm flipH="1">
                <a:off x="6980154" y="8100376"/>
                <a:ext cx="93561" cy="42396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FC1D961-B4FF-219B-8CD7-A6565162746D}"/>
                </a:ext>
              </a:extLst>
            </p:cNvPr>
            <p:cNvGrpSpPr/>
            <p:nvPr/>
          </p:nvGrpSpPr>
          <p:grpSpPr>
            <a:xfrm rot="624441">
              <a:off x="11314449" y="5797424"/>
              <a:ext cx="347700" cy="169075"/>
              <a:chOff x="7513110" y="1453584"/>
              <a:chExt cx="506217" cy="24615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97E3E97-B60F-D948-E8CB-72734E6365D5}"/>
                  </a:ext>
                </a:extLst>
              </p:cNvPr>
              <p:cNvSpPr/>
              <p:nvPr/>
            </p:nvSpPr>
            <p:spPr>
              <a:xfrm rot="20842655" flipH="1">
                <a:off x="7513110" y="1547156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321E3E1-6B0C-6FEB-6C6B-829BC8E66216}"/>
                  </a:ext>
                </a:extLst>
              </p:cNvPr>
              <p:cNvSpPr/>
              <p:nvPr/>
            </p:nvSpPr>
            <p:spPr>
              <a:xfrm rot="20842655" flipH="1">
                <a:off x="7871225" y="1453584"/>
                <a:ext cx="148102" cy="152584"/>
              </a:xfrm>
              <a:prstGeom prst="ellipse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Freeform: Shape 13">
              <a:extLst>
                <a:ext uri="{FF2B5EF4-FFF2-40B4-BE49-F238E27FC236}">
                  <a16:creationId xmlns:a16="http://schemas.microsoft.com/office/drawing/2014/main" id="{0AC56316-4A08-01D9-7A0D-9A973EAB99F5}"/>
                </a:ext>
              </a:extLst>
            </p:cNvPr>
            <p:cNvSpPr/>
            <p:nvPr/>
          </p:nvSpPr>
          <p:spPr>
            <a:xfrm rot="21197540" flipH="1">
              <a:off x="11312712" y="6077114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44677C0-E091-C69E-9A2A-6F15627A12B1}"/>
                </a:ext>
              </a:extLst>
            </p:cNvPr>
            <p:cNvGrpSpPr/>
            <p:nvPr/>
          </p:nvGrpSpPr>
          <p:grpSpPr>
            <a:xfrm flipH="1">
              <a:off x="9587617" y="5868211"/>
              <a:ext cx="605923" cy="479576"/>
              <a:chOff x="13758520" y="8065380"/>
              <a:chExt cx="605923" cy="479576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A059A32-1AB5-0D56-F0DF-FA726149AB4B}"/>
                  </a:ext>
                </a:extLst>
              </p:cNvPr>
              <p:cNvGrpSpPr/>
              <p:nvPr/>
            </p:nvGrpSpPr>
            <p:grpSpPr>
              <a:xfrm rot="21022711">
                <a:off x="13758520" y="8065380"/>
                <a:ext cx="605923" cy="274808"/>
                <a:chOff x="1162566" y="1754387"/>
                <a:chExt cx="689925" cy="312906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FE123A12-4B1E-8F46-7151-8D7FA441CA35}"/>
                    </a:ext>
                  </a:extLst>
                </p:cNvPr>
                <p:cNvSpPr/>
                <p:nvPr/>
              </p:nvSpPr>
              <p:spPr>
                <a:xfrm rot="21262796" flipV="1">
                  <a:off x="1162566" y="1771850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Freeform: Shape 11">
                  <a:extLst>
                    <a:ext uri="{FF2B5EF4-FFF2-40B4-BE49-F238E27FC236}">
                      <a16:creationId xmlns:a16="http://schemas.microsoft.com/office/drawing/2014/main" id="{D651BB23-1854-42E5-86BB-85350C288E64}"/>
                    </a:ext>
                  </a:extLst>
                </p:cNvPr>
                <p:cNvSpPr/>
                <p:nvPr/>
              </p:nvSpPr>
              <p:spPr>
                <a:xfrm rot="18622065" flipV="1">
                  <a:off x="1298352" y="1861050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4CDFE74D-9E38-C8F7-054E-50E71EC7BB50}"/>
                    </a:ext>
                  </a:extLst>
                </p:cNvPr>
                <p:cNvSpPr/>
                <p:nvPr/>
              </p:nvSpPr>
              <p:spPr>
                <a:xfrm rot="21262796" flipV="1">
                  <a:off x="1575997" y="1754387"/>
                  <a:ext cx="250414" cy="295443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Freeform: Shape 13">
                  <a:extLst>
                    <a:ext uri="{FF2B5EF4-FFF2-40B4-BE49-F238E27FC236}">
                      <a16:creationId xmlns:a16="http://schemas.microsoft.com/office/drawing/2014/main" id="{90FB0C87-44CF-5178-2194-E3EC2DB9D009}"/>
                    </a:ext>
                  </a:extLst>
                </p:cNvPr>
                <p:cNvSpPr/>
                <p:nvPr/>
              </p:nvSpPr>
              <p:spPr>
                <a:xfrm rot="18622065" flipV="1">
                  <a:off x="1711783" y="1843587"/>
                  <a:ext cx="149879" cy="131537"/>
                </a:xfrm>
                <a:custGeom>
                  <a:avLst/>
                  <a:gdLst>
                    <a:gd name="connsiteX0" fmla="*/ 149879 w 149879"/>
                    <a:gd name="connsiteY0" fmla="*/ 105628 h 131537"/>
                    <a:gd name="connsiteX1" fmla="*/ 147897 w 149879"/>
                    <a:gd name="connsiteY1" fmla="*/ 97833 h 131537"/>
                    <a:gd name="connsiteX2" fmla="*/ 115021 w 149879"/>
                    <a:gd name="connsiteY2" fmla="*/ 49643 h 131537"/>
                    <a:gd name="connsiteX3" fmla="*/ 16070 w 149879"/>
                    <a:gd name="connsiteY3" fmla="*/ 0 h 131537"/>
                    <a:gd name="connsiteX4" fmla="*/ 4741 w 149879"/>
                    <a:gd name="connsiteY4" fmla="*/ 1093 h 131537"/>
                    <a:gd name="connsiteX5" fmla="*/ 2207 w 149879"/>
                    <a:gd name="connsiteY5" fmla="*/ 2021 h 131537"/>
                    <a:gd name="connsiteX6" fmla="*/ 878 w 149879"/>
                    <a:gd name="connsiteY6" fmla="*/ 7595 h 131537"/>
                    <a:gd name="connsiteX7" fmla="*/ 85594 w 149879"/>
                    <a:gd name="connsiteY7" fmla="*/ 131308 h 131537"/>
                    <a:gd name="connsiteX8" fmla="*/ 122784 w 149879"/>
                    <a:gd name="connsiteY8" fmla="*/ 124978 h 131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9879" h="131537">
                      <a:moveTo>
                        <a:pt x="149879" y="105628"/>
                      </a:moveTo>
                      <a:lnTo>
                        <a:pt x="147897" y="97833"/>
                      </a:lnTo>
                      <a:cubicBezTo>
                        <a:pt x="140174" y="80720"/>
                        <a:pt x="129193" y="64312"/>
                        <a:pt x="115021" y="49643"/>
                      </a:cubicBezTo>
                      <a:cubicBezTo>
                        <a:pt x="86678" y="20305"/>
                        <a:pt x="50939" y="3482"/>
                        <a:pt x="16070" y="0"/>
                      </a:cubicBezTo>
                      <a:lnTo>
                        <a:pt x="4741" y="1093"/>
                      </a:lnTo>
                      <a:lnTo>
                        <a:pt x="2207" y="2021"/>
                      </a:lnTo>
                      <a:lnTo>
                        <a:pt x="878" y="7595"/>
                      </a:lnTo>
                      <a:cubicBezTo>
                        <a:pt x="-6520" y="84025"/>
                        <a:pt x="33831" y="127304"/>
                        <a:pt x="85594" y="131308"/>
                      </a:cubicBezTo>
                      <a:cubicBezTo>
                        <a:pt x="98535" y="132309"/>
                        <a:pt x="111115" y="130004"/>
                        <a:pt x="122784" y="124978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0519859-3486-4FB3-ECED-CA759FA0D100}"/>
                  </a:ext>
                </a:extLst>
              </p:cNvPr>
              <p:cNvSpPr/>
              <p:nvPr/>
            </p:nvSpPr>
            <p:spPr>
              <a:xfrm rot="15815893" flipH="1">
                <a:off x="14054672" y="8413912"/>
                <a:ext cx="124751" cy="137337"/>
              </a:xfrm>
              <a:prstGeom prst="ellipse">
                <a:avLst/>
              </a:prstGeom>
              <a:noFill/>
              <a:ln w="539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694944"/>
            <a:ext cx="7461575" cy="13718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240280"/>
            <a:ext cx="9163570" cy="25171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0963" y="6356350"/>
            <a:ext cx="206653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49354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328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176" y="1108415"/>
            <a:ext cx="6515695" cy="161190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766" y="2992737"/>
            <a:ext cx="8958468" cy="2275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Star: 7 Points 2">
            <a:extLst>
              <a:ext uri="{FF2B5EF4-FFF2-40B4-BE49-F238E27FC236}">
                <a16:creationId xmlns:a16="http://schemas.microsoft.com/office/drawing/2014/main" id="{9C12B1BC-DACE-B3DA-EA29-2DFC1D480111}"/>
              </a:ext>
            </a:extLst>
          </p:cNvPr>
          <p:cNvSpPr/>
          <p:nvPr/>
        </p:nvSpPr>
        <p:spPr>
          <a:xfrm rot="21296686">
            <a:off x="5552572" y="5522298"/>
            <a:ext cx="1086856" cy="1031354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481299" y="1826529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421883" y="123596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61002" y="215605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478531" y="3927776"/>
                  <a:pt x="3667817" y="3513566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929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D4D4A4B6-823B-9EFA-2CDC-A6A42F90D38E}"/>
              </a:ext>
            </a:extLst>
          </p:cNvPr>
          <p:cNvSpPr/>
          <p:nvPr/>
        </p:nvSpPr>
        <p:spPr>
          <a:xfrm flipH="1">
            <a:off x="0" y="5982772"/>
            <a:ext cx="12192000" cy="872821"/>
          </a:xfrm>
          <a:custGeom>
            <a:avLst/>
            <a:gdLst>
              <a:gd name="connsiteX0" fmla="*/ 5494746 w 12192000"/>
              <a:gd name="connsiteY0" fmla="*/ 0 h 872821"/>
              <a:gd name="connsiteX1" fmla="*/ 4492152 w 12192000"/>
              <a:gd name="connsiteY1" fmla="*/ 376771 h 872821"/>
              <a:gd name="connsiteX2" fmla="*/ 3486247 w 12192000"/>
              <a:gd name="connsiteY2" fmla="*/ 105206 h 872821"/>
              <a:gd name="connsiteX3" fmla="*/ 2473724 w 12192000"/>
              <a:gd name="connsiteY3" fmla="*/ 376771 h 872821"/>
              <a:gd name="connsiteX4" fmla="*/ 1494300 w 12192000"/>
              <a:gd name="connsiteY4" fmla="*/ 31278 h 872821"/>
              <a:gd name="connsiteX5" fmla="*/ 455296 w 12192000"/>
              <a:gd name="connsiteY5" fmla="*/ 376771 h 872821"/>
              <a:gd name="connsiteX6" fmla="*/ 42392 w 12192000"/>
              <a:gd name="connsiteY6" fmla="*/ 316122 h 872821"/>
              <a:gd name="connsiteX7" fmla="*/ 0 w 12192000"/>
              <a:gd name="connsiteY7" fmla="*/ 303685 h 872821"/>
              <a:gd name="connsiteX8" fmla="*/ 0 w 12192000"/>
              <a:gd name="connsiteY8" fmla="*/ 872821 h 872821"/>
              <a:gd name="connsiteX9" fmla="*/ 12192000 w 12192000"/>
              <a:gd name="connsiteY9" fmla="*/ 872821 h 872821"/>
              <a:gd name="connsiteX10" fmla="*/ 12192000 w 12192000"/>
              <a:gd name="connsiteY10" fmla="*/ 170840 h 872821"/>
              <a:gd name="connsiteX11" fmla="*/ 12191270 w 12192000"/>
              <a:gd name="connsiteY11" fmla="*/ 170453 h 872821"/>
              <a:gd name="connsiteX12" fmla="*/ 11576889 w 12192000"/>
              <a:gd name="connsiteY12" fmla="*/ 42651 h 872821"/>
              <a:gd name="connsiteX13" fmla="*/ 10562188 w 12192000"/>
              <a:gd name="connsiteY13" fmla="*/ 376623 h 872821"/>
              <a:gd name="connsiteX14" fmla="*/ 9544395 w 12192000"/>
              <a:gd name="connsiteY14" fmla="*/ 42651 h 872821"/>
              <a:gd name="connsiteX15" fmla="*/ 8519215 w 12192000"/>
              <a:gd name="connsiteY15" fmla="*/ 444865 h 872821"/>
              <a:gd name="connsiteX16" fmla="*/ 7539208 w 12192000"/>
              <a:gd name="connsiteY16" fmla="*/ 93833 h 872821"/>
              <a:gd name="connsiteX17" fmla="*/ 6516755 w 12192000"/>
              <a:gd name="connsiteY17" fmla="*/ 376771 h 872821"/>
              <a:gd name="connsiteX18" fmla="*/ 5494746 w 12192000"/>
              <a:gd name="connsiteY18" fmla="*/ 0 h 872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872821">
                <a:moveTo>
                  <a:pt x="5494746" y="0"/>
                </a:moveTo>
                <a:cubicBezTo>
                  <a:pt x="4990135" y="0"/>
                  <a:pt x="4826902" y="359237"/>
                  <a:pt x="4492152" y="376771"/>
                </a:cubicBezTo>
                <a:cubicBezTo>
                  <a:pt x="4157402" y="394305"/>
                  <a:pt x="3990849" y="105206"/>
                  <a:pt x="3486247" y="105206"/>
                </a:cubicBezTo>
                <a:cubicBezTo>
                  <a:pt x="2981635" y="105206"/>
                  <a:pt x="2805715" y="389093"/>
                  <a:pt x="2473724" y="376771"/>
                </a:cubicBezTo>
                <a:cubicBezTo>
                  <a:pt x="2141733" y="364449"/>
                  <a:pt x="1998902" y="31278"/>
                  <a:pt x="1494300" y="31278"/>
                </a:cubicBezTo>
                <a:cubicBezTo>
                  <a:pt x="989687" y="31278"/>
                  <a:pt x="959898" y="376771"/>
                  <a:pt x="455296" y="376771"/>
                </a:cubicBezTo>
                <a:cubicBezTo>
                  <a:pt x="313374" y="376771"/>
                  <a:pt x="175046" y="351587"/>
                  <a:pt x="42392" y="316122"/>
                </a:cubicBezTo>
                <a:lnTo>
                  <a:pt x="0" y="303685"/>
                </a:lnTo>
                <a:lnTo>
                  <a:pt x="0" y="872821"/>
                </a:lnTo>
                <a:lnTo>
                  <a:pt x="12192000" y="872821"/>
                </a:lnTo>
                <a:lnTo>
                  <a:pt x="12192000" y="170840"/>
                </a:lnTo>
                <a:lnTo>
                  <a:pt x="12191270" y="170453"/>
                </a:lnTo>
                <a:cubicBezTo>
                  <a:pt x="12028032" y="90429"/>
                  <a:pt x="11828203" y="23491"/>
                  <a:pt x="11576889" y="42651"/>
                </a:cubicBezTo>
                <a:cubicBezTo>
                  <a:pt x="11086400" y="80046"/>
                  <a:pt x="11145351" y="350602"/>
                  <a:pt x="10562188" y="376623"/>
                </a:cubicBezTo>
                <a:cubicBezTo>
                  <a:pt x="10185342" y="340865"/>
                  <a:pt x="9884890" y="31277"/>
                  <a:pt x="9544395" y="42651"/>
                </a:cubicBezTo>
                <a:cubicBezTo>
                  <a:pt x="9203900" y="54025"/>
                  <a:pt x="8853413" y="436335"/>
                  <a:pt x="8519215" y="444865"/>
                </a:cubicBezTo>
                <a:cubicBezTo>
                  <a:pt x="8185017" y="453394"/>
                  <a:pt x="8099017" y="117312"/>
                  <a:pt x="7539208" y="93833"/>
                </a:cubicBezTo>
                <a:cubicBezTo>
                  <a:pt x="7034596" y="93833"/>
                  <a:pt x="6857497" y="392410"/>
                  <a:pt x="6516755" y="376771"/>
                </a:cubicBezTo>
                <a:cubicBezTo>
                  <a:pt x="6176011" y="361133"/>
                  <a:pt x="5832180" y="0"/>
                  <a:pt x="5494746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759854"/>
            <a:ext cx="8662150" cy="10886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89" y="2024796"/>
            <a:ext cx="9901075" cy="306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364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0976"/>
            <a:ext cx="3120712" cy="243679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5070"/>
            <a:ext cx="7172248" cy="5211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578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3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5717" y="1155941"/>
            <a:ext cx="3120714" cy="22242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34855A4-5F42-3784-9AD9-45B7AC8F19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8091444" cy="6857999"/>
          </a:xfrm>
          <a:custGeom>
            <a:avLst/>
            <a:gdLst>
              <a:gd name="connsiteX0" fmla="*/ 0 w 8091444"/>
              <a:gd name="connsiteY0" fmla="*/ 0 h 6857999"/>
              <a:gd name="connsiteX1" fmla="*/ 7951817 w 8091444"/>
              <a:gd name="connsiteY1" fmla="*/ 0 h 6857999"/>
              <a:gd name="connsiteX2" fmla="*/ 8050097 w 8091444"/>
              <a:gd name="connsiteY2" fmla="*/ 6857999 h 6857999"/>
              <a:gd name="connsiteX3" fmla="*/ 0 w 8091444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1444" h="6857999">
                <a:moveTo>
                  <a:pt x="0" y="0"/>
                </a:moveTo>
                <a:lnTo>
                  <a:pt x="7951817" y="0"/>
                </a:lnTo>
                <a:cubicBezTo>
                  <a:pt x="8220205" y="1104182"/>
                  <a:pt x="8012102" y="5952225"/>
                  <a:pt x="805009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5717" y="3395787"/>
            <a:ext cx="2801536" cy="2616822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5718" y="6356350"/>
            <a:ext cx="17800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25794" y="6356350"/>
            <a:ext cx="108931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362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2197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99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619" y="464544"/>
            <a:ext cx="3429179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385D35E-1F99-3EE2-7DC7-EFB42806CB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-5270"/>
            <a:ext cx="7184917" cy="6858000"/>
          </a:xfrm>
          <a:custGeom>
            <a:avLst/>
            <a:gdLst>
              <a:gd name="connsiteX0" fmla="*/ 0 w 7184917"/>
              <a:gd name="connsiteY0" fmla="*/ 0 h 6858000"/>
              <a:gd name="connsiteX1" fmla="*/ 7071078 w 7184917"/>
              <a:gd name="connsiteY1" fmla="*/ 8880 h 6858000"/>
              <a:gd name="connsiteX2" fmla="*/ 7115250 w 7184917"/>
              <a:gd name="connsiteY2" fmla="*/ 6857999 h 6858000"/>
              <a:gd name="connsiteX3" fmla="*/ 0 w 718491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84917" h="6858000">
                <a:moveTo>
                  <a:pt x="0" y="0"/>
                </a:moveTo>
                <a:lnTo>
                  <a:pt x="7071078" y="8880"/>
                </a:lnTo>
                <a:cubicBezTo>
                  <a:pt x="6996324" y="1826582"/>
                  <a:pt x="7321658" y="4960396"/>
                  <a:pt x="7115250" y="6857999"/>
                </a:cubicBez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621" y="1936671"/>
            <a:ext cx="3429178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24620" y="6356350"/>
            <a:ext cx="199546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0088" y="6356350"/>
            <a:ext cx="1413160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560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27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578" y="464544"/>
            <a:ext cx="4777934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7D6E6A-66C0-CF53-4577-787FF7E6BC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"/>
            <a:ext cx="5563892" cy="6857999"/>
          </a:xfrm>
          <a:custGeom>
            <a:avLst/>
            <a:gdLst>
              <a:gd name="connsiteX0" fmla="*/ 0 w 5477773"/>
              <a:gd name="connsiteY0" fmla="*/ 0 h 6857999"/>
              <a:gd name="connsiteX1" fmla="*/ 5460584 w 5477773"/>
              <a:gd name="connsiteY1" fmla="*/ 0 h 6857999"/>
              <a:gd name="connsiteX2" fmla="*/ 5324487 w 5477773"/>
              <a:gd name="connsiteY2" fmla="*/ 6857999 h 6857999"/>
              <a:gd name="connsiteX3" fmla="*/ 0 w 5477773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7773" h="6857999">
                <a:moveTo>
                  <a:pt x="0" y="0"/>
                </a:moveTo>
                <a:lnTo>
                  <a:pt x="5460584" y="0"/>
                </a:lnTo>
                <a:cubicBezTo>
                  <a:pt x="5353140" y="1777042"/>
                  <a:pt x="5639660" y="3916392"/>
                  <a:pt x="5324487" y="6857999"/>
                </a:cubicBezTo>
                <a:lnTo>
                  <a:pt x="0" y="6857999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578" y="1936671"/>
            <a:ext cx="4777933" cy="41464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94999" y="6356350"/>
            <a:ext cx="283474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46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183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8276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615604"/>
            <a:ext cx="4538721" cy="1236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867345"/>
            <a:ext cx="4538721" cy="42337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9" y="6356350"/>
            <a:ext cx="235587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59964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63229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0318" y="0"/>
            <a:ext cx="6271682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36837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25074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361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3790765"/>
            <a:ext cx="3171553" cy="23253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48EFED8-105E-D3BE-99FE-182F5EE3D5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429612"/>
          </a:xfrm>
          <a:custGeom>
            <a:avLst/>
            <a:gdLst>
              <a:gd name="connsiteX0" fmla="*/ 0 w 12192000"/>
              <a:gd name="connsiteY0" fmla="*/ 0 h 3536146"/>
              <a:gd name="connsiteX1" fmla="*/ 12192000 w 12192000"/>
              <a:gd name="connsiteY1" fmla="*/ 0 h 3536146"/>
              <a:gd name="connsiteX2" fmla="*/ 12192000 w 12192000"/>
              <a:gd name="connsiteY2" fmla="*/ 3458878 h 3536146"/>
              <a:gd name="connsiteX3" fmla="*/ 0 w 12192000"/>
              <a:gd name="connsiteY3" fmla="*/ 3486265 h 353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536146">
                <a:moveTo>
                  <a:pt x="0" y="0"/>
                </a:moveTo>
                <a:lnTo>
                  <a:pt x="12192000" y="0"/>
                </a:lnTo>
                <a:lnTo>
                  <a:pt x="12192000" y="3458878"/>
                </a:lnTo>
                <a:cubicBezTo>
                  <a:pt x="9246697" y="3381467"/>
                  <a:pt x="4068841" y="3640205"/>
                  <a:pt x="0" y="348626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9" y="3790765"/>
            <a:ext cx="7336246" cy="253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754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A275856-2CFB-B780-FC19-88B7C01E42E0}"/>
              </a:ext>
            </a:extLst>
          </p:cNvPr>
          <p:cNvSpPr/>
          <p:nvPr/>
        </p:nvSpPr>
        <p:spPr>
          <a:xfrm rot="15188171">
            <a:off x="4142225" y="5336077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950976"/>
            <a:ext cx="4349424" cy="14591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EC1C24B-FC0E-135D-8291-8585F4AB4E1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6405" y="2544807"/>
            <a:ext cx="3945827" cy="3785880"/>
          </a:xfrm>
          <a:custGeom>
            <a:avLst/>
            <a:gdLst>
              <a:gd name="connsiteX0" fmla="*/ 3930446 w 3945827"/>
              <a:gd name="connsiteY0" fmla="*/ 5 h 3785880"/>
              <a:gd name="connsiteX1" fmla="*/ 3932537 w 3945827"/>
              <a:gd name="connsiteY1" fmla="*/ 2321853 h 3785880"/>
              <a:gd name="connsiteX2" fmla="*/ 3929331 w 3945827"/>
              <a:gd name="connsiteY2" fmla="*/ 2513782 h 3785880"/>
              <a:gd name="connsiteX3" fmla="*/ 3900283 w 3945827"/>
              <a:gd name="connsiteY3" fmla="*/ 2517711 h 3785880"/>
              <a:gd name="connsiteX4" fmla="*/ 3732592 w 3945827"/>
              <a:gd name="connsiteY4" fmla="*/ 2566596 h 3785880"/>
              <a:gd name="connsiteX5" fmla="*/ 3857855 w 3945827"/>
              <a:gd name="connsiteY5" fmla="*/ 3004249 h 3785880"/>
              <a:gd name="connsiteX6" fmla="*/ 3915181 w 3945827"/>
              <a:gd name="connsiteY6" fmla="*/ 3212343 h 3785880"/>
              <a:gd name="connsiteX7" fmla="*/ 3914595 w 3945827"/>
              <a:gd name="connsiteY7" fmla="*/ 3236939 h 3785880"/>
              <a:gd name="connsiteX8" fmla="*/ 3900838 w 3945827"/>
              <a:gd name="connsiteY8" fmla="*/ 3696910 h 3785880"/>
              <a:gd name="connsiteX9" fmla="*/ 8317 w 3945827"/>
              <a:gd name="connsiteY9" fmla="*/ 3776554 h 3785880"/>
              <a:gd name="connsiteX10" fmla="*/ 0 w 3945827"/>
              <a:gd name="connsiteY10" fmla="*/ 26202 h 3785880"/>
              <a:gd name="connsiteX11" fmla="*/ 3930446 w 3945827"/>
              <a:gd name="connsiteY11" fmla="*/ 5 h 378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5827" h="3785880">
                <a:moveTo>
                  <a:pt x="3930446" y="5"/>
                </a:moveTo>
                <a:cubicBezTo>
                  <a:pt x="3953664" y="277596"/>
                  <a:pt x="3947436" y="1365687"/>
                  <a:pt x="3932537" y="2321853"/>
                </a:cubicBezTo>
                <a:lnTo>
                  <a:pt x="3929331" y="2513782"/>
                </a:lnTo>
                <a:lnTo>
                  <a:pt x="3900283" y="2517711"/>
                </a:lnTo>
                <a:cubicBezTo>
                  <a:pt x="3806046" y="2534538"/>
                  <a:pt x="3731946" y="2555635"/>
                  <a:pt x="3732592" y="2566596"/>
                </a:cubicBezTo>
                <a:cubicBezTo>
                  <a:pt x="3776426" y="2711503"/>
                  <a:pt x="3817487" y="2857713"/>
                  <a:pt x="3857855" y="3004249"/>
                </a:cubicBezTo>
                <a:lnTo>
                  <a:pt x="3915181" y="3212343"/>
                </a:lnTo>
                <a:lnTo>
                  <a:pt x="3914595" y="3236939"/>
                </a:lnTo>
                <a:cubicBezTo>
                  <a:pt x="3909989" y="3424032"/>
                  <a:pt x="3905295" y="3582264"/>
                  <a:pt x="3900838" y="3696910"/>
                </a:cubicBezTo>
                <a:cubicBezTo>
                  <a:pt x="3115719" y="3744071"/>
                  <a:pt x="2227881" y="3810572"/>
                  <a:pt x="8317" y="3776554"/>
                </a:cubicBezTo>
                <a:lnTo>
                  <a:pt x="0" y="26202"/>
                </a:lnTo>
                <a:cubicBezTo>
                  <a:pt x="1014177" y="12710"/>
                  <a:pt x="2624398" y="-292"/>
                  <a:pt x="3930446" y="5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6183" y="944438"/>
            <a:ext cx="5533139" cy="51690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21CBE7-6D9B-6B2C-C966-8648A2E7A1CA}"/>
              </a:ext>
            </a:extLst>
          </p:cNvPr>
          <p:cNvGrpSpPr/>
          <p:nvPr/>
        </p:nvGrpSpPr>
        <p:grpSpPr>
          <a:xfrm flipH="1">
            <a:off x="4730639" y="5777681"/>
            <a:ext cx="606354" cy="325031"/>
            <a:chOff x="5447388" y="3100610"/>
            <a:chExt cx="1500891" cy="8045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E4226C8-2B8E-5AC8-728A-78B5565C314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7B4108-EFE6-C034-14E5-AD8762C57AE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CA12CD5-15A1-5DF3-3002-D94BA8525437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B59B618-9140-3A26-D6E4-E60015045E32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DD5363-CFEA-1DE8-4F60-B84E4BB6EBEA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39611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4141587"/>
            <a:ext cx="3596889" cy="197974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E5DF98BC-CAB9-8D72-2C02-303C9ABFD3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275714">
            <a:off x="654012" y="646016"/>
            <a:ext cx="3377407" cy="3343942"/>
          </a:xfrm>
          <a:custGeom>
            <a:avLst/>
            <a:gdLst>
              <a:gd name="connsiteX0" fmla="*/ 2011827 w 3889378"/>
              <a:gd name="connsiteY0" fmla="*/ 3891 h 3850840"/>
              <a:gd name="connsiteX1" fmla="*/ 2115827 w 3889378"/>
              <a:gd name="connsiteY1" fmla="*/ 16550 h 3850840"/>
              <a:gd name="connsiteX2" fmla="*/ 3783900 w 3889378"/>
              <a:gd name="connsiteY2" fmla="*/ 1133002 h 3850840"/>
              <a:gd name="connsiteX3" fmla="*/ 3131795 w 3889378"/>
              <a:gd name="connsiteY3" fmla="*/ 3551996 h 3850840"/>
              <a:gd name="connsiteX4" fmla="*/ 876803 w 3889378"/>
              <a:gd name="connsiteY4" fmla="*/ 3572744 h 3850840"/>
              <a:gd name="connsiteX5" fmla="*/ 10325 w 3889378"/>
              <a:gd name="connsiteY5" fmla="*/ 2135287 h 3850840"/>
              <a:gd name="connsiteX6" fmla="*/ 512587 w 3889378"/>
              <a:gd name="connsiteY6" fmla="*/ 582117 h 3850840"/>
              <a:gd name="connsiteX7" fmla="*/ 2011827 w 3889378"/>
              <a:gd name="connsiteY7" fmla="*/ 3891 h 385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89378" h="3850840">
                <a:moveTo>
                  <a:pt x="2011827" y="3891"/>
                </a:moveTo>
                <a:cubicBezTo>
                  <a:pt x="2047042" y="6620"/>
                  <a:pt x="2081750" y="10811"/>
                  <a:pt x="2115827" y="16550"/>
                </a:cubicBezTo>
                <a:cubicBezTo>
                  <a:pt x="2661046" y="108364"/>
                  <a:pt x="3458919" y="293896"/>
                  <a:pt x="3783900" y="1133002"/>
                </a:cubicBezTo>
                <a:cubicBezTo>
                  <a:pt x="4111044" y="2200787"/>
                  <a:pt x="3616311" y="3145372"/>
                  <a:pt x="3131795" y="3551996"/>
                </a:cubicBezTo>
                <a:cubicBezTo>
                  <a:pt x="2647278" y="3958619"/>
                  <a:pt x="1547281" y="3935374"/>
                  <a:pt x="876803" y="3572744"/>
                </a:cubicBezTo>
                <a:cubicBezTo>
                  <a:pt x="206325" y="3210114"/>
                  <a:pt x="71028" y="2633725"/>
                  <a:pt x="10325" y="2135287"/>
                </a:cubicBezTo>
                <a:cubicBezTo>
                  <a:pt x="-50377" y="1636848"/>
                  <a:pt x="161671" y="935239"/>
                  <a:pt x="512587" y="582117"/>
                </a:cubicBezTo>
                <a:cubicBezTo>
                  <a:pt x="841571" y="251064"/>
                  <a:pt x="1483611" y="-37042"/>
                  <a:pt x="2011827" y="389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382" y="739833"/>
            <a:ext cx="6669827" cy="53469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509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003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EADDD77-A602-C7FB-0199-51C9BD75E477}"/>
              </a:ext>
            </a:extLst>
          </p:cNvPr>
          <p:cNvSpPr/>
          <p:nvPr/>
        </p:nvSpPr>
        <p:spPr>
          <a:xfrm rot="10577473">
            <a:off x="334039" y="5270220"/>
            <a:ext cx="1824032" cy="1017262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952308"/>
            <a:ext cx="5090409" cy="116834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8A9E465-2D4B-1BE5-18B2-0ABAAE1138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4360" y="2093799"/>
            <a:ext cx="5339327" cy="4040057"/>
          </a:xfrm>
          <a:custGeom>
            <a:avLst/>
            <a:gdLst>
              <a:gd name="connsiteX0" fmla="*/ 176442 w 5339327"/>
              <a:gd name="connsiteY0" fmla="*/ 0 h 4040057"/>
              <a:gd name="connsiteX1" fmla="*/ 5336556 w 5339327"/>
              <a:gd name="connsiteY1" fmla="*/ 274178 h 4040057"/>
              <a:gd name="connsiteX2" fmla="*/ 5159774 w 5339327"/>
              <a:gd name="connsiteY2" fmla="*/ 4040057 h 4040057"/>
              <a:gd name="connsiteX3" fmla="*/ 981347 w 5339327"/>
              <a:gd name="connsiteY3" fmla="*/ 3886182 h 4040057"/>
              <a:gd name="connsiteX4" fmla="*/ 893394 w 5339327"/>
              <a:gd name="connsiteY4" fmla="*/ 3880494 h 4040057"/>
              <a:gd name="connsiteX5" fmla="*/ 891726 w 5339327"/>
              <a:gd name="connsiteY5" fmla="*/ 3876295 h 4040057"/>
              <a:gd name="connsiteX6" fmla="*/ 873844 w 5339327"/>
              <a:gd name="connsiteY6" fmla="*/ 3817414 h 4040057"/>
              <a:gd name="connsiteX7" fmla="*/ 444106 w 5339327"/>
              <a:gd name="connsiteY7" fmla="*/ 3244767 h 4040057"/>
              <a:gd name="connsiteX8" fmla="*/ 42617 w 5339327"/>
              <a:gd name="connsiteY8" fmla="*/ 3180646 h 4040057"/>
              <a:gd name="connsiteX9" fmla="*/ 0 w 5339327"/>
              <a:gd name="connsiteY9" fmla="*/ 3181913 h 4040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339327" h="4040057">
                <a:moveTo>
                  <a:pt x="176442" y="0"/>
                </a:moveTo>
                <a:cubicBezTo>
                  <a:pt x="1508310" y="63892"/>
                  <a:pt x="3622435" y="173907"/>
                  <a:pt x="5336556" y="274178"/>
                </a:cubicBezTo>
                <a:cubicBezTo>
                  <a:pt x="5358944" y="729154"/>
                  <a:pt x="5240771" y="3295310"/>
                  <a:pt x="5159774" y="4040057"/>
                </a:cubicBezTo>
                <a:cubicBezTo>
                  <a:pt x="4255690" y="4029481"/>
                  <a:pt x="3185068" y="4024320"/>
                  <a:pt x="981347" y="3886182"/>
                </a:cubicBezTo>
                <a:lnTo>
                  <a:pt x="893394" y="3880494"/>
                </a:lnTo>
                <a:lnTo>
                  <a:pt x="891726" y="3876295"/>
                </a:lnTo>
                <a:cubicBezTo>
                  <a:pt x="884550" y="3857525"/>
                  <a:pt x="878283" y="3838728"/>
                  <a:pt x="873844" y="3817414"/>
                </a:cubicBezTo>
                <a:cubicBezTo>
                  <a:pt x="788516" y="3672915"/>
                  <a:pt x="662527" y="3351729"/>
                  <a:pt x="444106" y="3244767"/>
                </a:cubicBezTo>
                <a:cubicBezTo>
                  <a:pt x="328464" y="3206099"/>
                  <a:pt x="183235" y="3184967"/>
                  <a:pt x="42617" y="3180646"/>
                </a:cubicBezTo>
                <a:lnTo>
                  <a:pt x="0" y="3181913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2714" y="926430"/>
            <a:ext cx="4101407" cy="51281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6C75C1-9BD5-C8F8-879E-4BAF3D643660}"/>
              </a:ext>
            </a:extLst>
          </p:cNvPr>
          <p:cNvGrpSpPr/>
          <p:nvPr/>
        </p:nvGrpSpPr>
        <p:grpSpPr>
          <a:xfrm>
            <a:off x="1085678" y="5527728"/>
            <a:ext cx="520692" cy="263110"/>
            <a:chOff x="1162566" y="1754387"/>
            <a:chExt cx="619238" cy="312906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82A1F0-8549-55D6-FEA8-6A6878D44A33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3B4765-07ED-D4AE-79A2-269C292A41A3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B757455-03BC-891A-2F18-00D4D86B5CF8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66AA735-D141-5099-334A-3AF84EABF12C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C58A0B0-B149-EC5A-34C7-9655E8686734}"/>
              </a:ext>
            </a:extLst>
          </p:cNvPr>
          <p:cNvSpPr/>
          <p:nvPr/>
        </p:nvSpPr>
        <p:spPr>
          <a:xfrm flipH="1">
            <a:off x="1269471" y="5941746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45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266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1795" y="1636474"/>
            <a:ext cx="8003801" cy="380805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55000"/>
              </a:lnSpc>
              <a:buNone/>
              <a:defRPr sz="80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9BD876-DE72-BCDA-8692-585FB285FB01}"/>
              </a:ext>
            </a:extLst>
          </p:cNvPr>
          <p:cNvSpPr/>
          <p:nvPr/>
        </p:nvSpPr>
        <p:spPr>
          <a:xfrm rot="20121465">
            <a:off x="133240" y="-511960"/>
            <a:ext cx="11869900" cy="8151176"/>
          </a:xfrm>
          <a:custGeom>
            <a:avLst/>
            <a:gdLst>
              <a:gd name="connsiteX0" fmla="*/ 8424792 w 11869900"/>
              <a:gd name="connsiteY0" fmla="*/ 3845749 h 8151176"/>
              <a:gd name="connsiteX1" fmla="*/ 8399003 w 11869900"/>
              <a:gd name="connsiteY1" fmla="*/ 3855364 h 8151176"/>
              <a:gd name="connsiteX2" fmla="*/ 6577771 w 11869900"/>
              <a:gd name="connsiteY2" fmla="*/ 3857846 h 8151176"/>
              <a:gd name="connsiteX3" fmla="*/ 6299415 w 11869900"/>
              <a:gd name="connsiteY3" fmla="*/ 3762646 h 8151176"/>
              <a:gd name="connsiteX4" fmla="*/ 6188542 w 11869900"/>
              <a:gd name="connsiteY4" fmla="*/ 3706275 h 8151176"/>
              <a:gd name="connsiteX5" fmla="*/ 6190467 w 11869900"/>
              <a:gd name="connsiteY5" fmla="*/ 3723310 h 8151176"/>
              <a:gd name="connsiteX6" fmla="*/ 5735909 w 11869900"/>
              <a:gd name="connsiteY6" fmla="*/ 5037955 h 8151176"/>
              <a:gd name="connsiteX7" fmla="*/ 5361260 w 11869900"/>
              <a:gd name="connsiteY7" fmla="*/ 5537359 h 8151176"/>
              <a:gd name="connsiteX8" fmla="*/ 5323638 w 11869900"/>
              <a:gd name="connsiteY8" fmla="*/ 5581971 h 8151176"/>
              <a:gd name="connsiteX9" fmla="*/ 5608570 w 11869900"/>
              <a:gd name="connsiteY9" fmla="*/ 5179 h 8151176"/>
              <a:gd name="connsiteX10" fmla="*/ 6409836 w 11869900"/>
              <a:gd name="connsiteY10" fmla="*/ 372743 h 8151176"/>
              <a:gd name="connsiteX11" fmla="*/ 6514020 w 11869900"/>
              <a:gd name="connsiteY11" fmla="*/ 983363 h 8151176"/>
              <a:gd name="connsiteX12" fmla="*/ 7107623 w 11869900"/>
              <a:gd name="connsiteY12" fmla="*/ 2480738 h 8151176"/>
              <a:gd name="connsiteX13" fmla="*/ 8164293 w 11869900"/>
              <a:gd name="connsiteY13" fmla="*/ 2375110 h 8151176"/>
              <a:gd name="connsiteX14" fmla="*/ 8265553 w 11869900"/>
              <a:gd name="connsiteY14" fmla="*/ 1292851 h 8151176"/>
              <a:gd name="connsiteX15" fmla="*/ 8263464 w 11869900"/>
              <a:gd name="connsiteY15" fmla="*/ 1223054 h 8151176"/>
              <a:gd name="connsiteX16" fmla="*/ 9590378 w 11869900"/>
              <a:gd name="connsiteY16" fmla="*/ 1831746 h 8151176"/>
              <a:gd name="connsiteX17" fmla="*/ 9589995 w 11869900"/>
              <a:gd name="connsiteY17" fmla="*/ 1895404 h 8151176"/>
              <a:gd name="connsiteX18" fmla="*/ 9206096 w 11869900"/>
              <a:gd name="connsiteY18" fmla="*/ 3369647 h 8151176"/>
              <a:gd name="connsiteX19" fmla="*/ 9148225 w 11869900"/>
              <a:gd name="connsiteY19" fmla="*/ 3440725 h 8151176"/>
              <a:gd name="connsiteX20" fmla="*/ 10391039 w 11869900"/>
              <a:gd name="connsiteY20" fmla="*/ 2744919 h 8151176"/>
              <a:gd name="connsiteX21" fmla="*/ 11721346 w 11869900"/>
              <a:gd name="connsiteY21" fmla="*/ 4816477 h 8151176"/>
              <a:gd name="connsiteX22" fmla="*/ 11869900 w 11869900"/>
              <a:gd name="connsiteY22" fmla="*/ 5049280 h 8151176"/>
              <a:gd name="connsiteX23" fmla="*/ 11800897 w 11869900"/>
              <a:gd name="connsiteY23" fmla="*/ 5199703 h 8151176"/>
              <a:gd name="connsiteX24" fmla="*/ 6733773 w 11869900"/>
              <a:gd name="connsiteY24" fmla="*/ 8151118 h 8151176"/>
              <a:gd name="connsiteX25" fmla="*/ 5807936 w 11869900"/>
              <a:gd name="connsiteY25" fmla="*/ 6544579 h 8151176"/>
              <a:gd name="connsiteX26" fmla="*/ 5338756 w 11869900"/>
              <a:gd name="connsiteY26" fmla="*/ 5654672 h 8151176"/>
              <a:gd name="connsiteX27" fmla="*/ 5310284 w 11869900"/>
              <a:gd name="connsiteY27" fmla="*/ 5597805 h 8151176"/>
              <a:gd name="connsiteX28" fmla="*/ 5250620 w 11869900"/>
              <a:gd name="connsiteY28" fmla="*/ 5668556 h 8151176"/>
              <a:gd name="connsiteX29" fmla="*/ 3699194 w 11869900"/>
              <a:gd name="connsiteY29" fmla="*/ 6418846 h 8151176"/>
              <a:gd name="connsiteX30" fmla="*/ 2637879 w 11869900"/>
              <a:gd name="connsiteY30" fmla="*/ 6291356 h 8151176"/>
              <a:gd name="connsiteX31" fmla="*/ 2589632 w 11869900"/>
              <a:gd name="connsiteY31" fmla="*/ 6275536 h 8151176"/>
              <a:gd name="connsiteX32" fmla="*/ 1721237 w 11869900"/>
              <a:gd name="connsiteY32" fmla="*/ 5877179 h 8151176"/>
              <a:gd name="connsiteX33" fmla="*/ 1693624 w 11869900"/>
              <a:gd name="connsiteY33" fmla="*/ 5861893 h 8151176"/>
              <a:gd name="connsiteX34" fmla="*/ 1083167 w 11869900"/>
              <a:gd name="connsiteY34" fmla="*/ 5459697 h 8151176"/>
              <a:gd name="connsiteX35" fmla="*/ 163654 w 11869900"/>
              <a:gd name="connsiteY35" fmla="*/ 3978739 h 8151176"/>
              <a:gd name="connsiteX36" fmla="*/ 0 w 11869900"/>
              <a:gd name="connsiteY36" fmla="*/ 2737319 h 8151176"/>
              <a:gd name="connsiteX37" fmla="*/ 6135721 w 11869900"/>
              <a:gd name="connsiteY37" fmla="*/ 3671844 h 8151176"/>
              <a:gd name="connsiteX38" fmla="*/ 6082646 w 11869900"/>
              <a:gd name="connsiteY38" fmla="*/ 3636645 h 8151176"/>
              <a:gd name="connsiteX39" fmla="*/ 5748608 w 11869900"/>
              <a:gd name="connsiteY39" fmla="*/ 3240557 h 8151176"/>
              <a:gd name="connsiteX40" fmla="*/ 5336405 w 11869900"/>
              <a:gd name="connsiteY40" fmla="*/ 1785896 h 8151176"/>
              <a:gd name="connsiteX41" fmla="*/ 5037924 w 11869900"/>
              <a:gd name="connsiteY41" fmla="*/ 0 h 815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869900" h="8151176">
                <a:moveTo>
                  <a:pt x="8424792" y="3845749"/>
                </a:moveTo>
                <a:lnTo>
                  <a:pt x="8399003" y="3855364"/>
                </a:lnTo>
                <a:cubicBezTo>
                  <a:pt x="7812519" y="4040476"/>
                  <a:pt x="7191046" y="4038595"/>
                  <a:pt x="6577771" y="3857846"/>
                </a:cubicBezTo>
                <a:cubicBezTo>
                  <a:pt x="6472352" y="3829810"/>
                  <a:pt x="6380751" y="3798795"/>
                  <a:pt x="6299415" y="3762646"/>
                </a:cubicBezTo>
                <a:lnTo>
                  <a:pt x="6188542" y="3706275"/>
                </a:lnTo>
                <a:lnTo>
                  <a:pt x="6190467" y="3723310"/>
                </a:lnTo>
                <a:cubicBezTo>
                  <a:pt x="6191824" y="3907834"/>
                  <a:pt x="5984695" y="4607800"/>
                  <a:pt x="5735909" y="5037955"/>
                </a:cubicBezTo>
                <a:cubicBezTo>
                  <a:pt x="5596598" y="5233528"/>
                  <a:pt x="5474525" y="5398007"/>
                  <a:pt x="5361260" y="5537359"/>
                </a:cubicBezTo>
                <a:lnTo>
                  <a:pt x="5323638" y="5581971"/>
                </a:lnTo>
                <a:close/>
                <a:moveTo>
                  <a:pt x="5608570" y="5179"/>
                </a:moveTo>
                <a:lnTo>
                  <a:pt x="6409836" y="372743"/>
                </a:lnTo>
                <a:lnTo>
                  <a:pt x="6514020" y="983363"/>
                </a:lnTo>
                <a:cubicBezTo>
                  <a:pt x="6586701" y="1741539"/>
                  <a:pt x="6832579" y="2248781"/>
                  <a:pt x="7107623" y="2480738"/>
                </a:cubicBezTo>
                <a:cubicBezTo>
                  <a:pt x="7382668" y="2712696"/>
                  <a:pt x="7992657" y="2706737"/>
                  <a:pt x="8164293" y="2375110"/>
                </a:cubicBezTo>
                <a:cubicBezTo>
                  <a:pt x="8344626" y="2130109"/>
                  <a:pt x="8289123" y="1715190"/>
                  <a:pt x="8265553" y="1292851"/>
                </a:cubicBezTo>
                <a:lnTo>
                  <a:pt x="8263464" y="1223054"/>
                </a:lnTo>
                <a:lnTo>
                  <a:pt x="9590378" y="1831746"/>
                </a:lnTo>
                <a:lnTo>
                  <a:pt x="9589995" y="1895404"/>
                </a:lnTo>
                <a:cubicBezTo>
                  <a:pt x="9576728" y="2441653"/>
                  <a:pt x="9487945" y="2990718"/>
                  <a:pt x="9206096" y="3369647"/>
                </a:cubicBezTo>
                <a:lnTo>
                  <a:pt x="9148225" y="3440725"/>
                </a:lnTo>
                <a:lnTo>
                  <a:pt x="10391039" y="2744919"/>
                </a:lnTo>
                <a:cubicBezTo>
                  <a:pt x="10654569" y="3118859"/>
                  <a:pt x="11237931" y="4055607"/>
                  <a:pt x="11721346" y="4816477"/>
                </a:cubicBezTo>
                <a:lnTo>
                  <a:pt x="11869900" y="5049280"/>
                </a:lnTo>
                <a:lnTo>
                  <a:pt x="11800897" y="5199703"/>
                </a:lnTo>
                <a:lnTo>
                  <a:pt x="6733773" y="8151118"/>
                </a:lnTo>
                <a:cubicBezTo>
                  <a:pt x="6657686" y="8160746"/>
                  <a:pt x="6096506" y="6979034"/>
                  <a:pt x="5807936" y="6544579"/>
                </a:cubicBezTo>
                <a:cubicBezTo>
                  <a:pt x="5599867" y="6171269"/>
                  <a:pt x="5425653" y="5827865"/>
                  <a:pt x="5338756" y="5654672"/>
                </a:cubicBezTo>
                <a:lnTo>
                  <a:pt x="5310284" y="5597805"/>
                </a:lnTo>
                <a:lnTo>
                  <a:pt x="5250620" y="5668556"/>
                </a:lnTo>
                <a:cubicBezTo>
                  <a:pt x="4817305" y="6161607"/>
                  <a:pt x="4479978" y="6284434"/>
                  <a:pt x="3699194" y="6418846"/>
                </a:cubicBezTo>
                <a:cubicBezTo>
                  <a:pt x="3315566" y="6438350"/>
                  <a:pt x="2966967" y="6390018"/>
                  <a:pt x="2637879" y="6291356"/>
                </a:cubicBezTo>
                <a:lnTo>
                  <a:pt x="2589632" y="6275536"/>
                </a:lnTo>
                <a:lnTo>
                  <a:pt x="1721237" y="5877179"/>
                </a:lnTo>
                <a:lnTo>
                  <a:pt x="1693624" y="5861893"/>
                </a:lnTo>
                <a:cubicBezTo>
                  <a:pt x="1489898" y="5740685"/>
                  <a:pt x="1287945" y="5604891"/>
                  <a:pt x="1083167" y="5459697"/>
                </a:cubicBezTo>
                <a:cubicBezTo>
                  <a:pt x="523295" y="4948591"/>
                  <a:pt x="310522" y="4669861"/>
                  <a:pt x="163654" y="3978739"/>
                </a:cubicBezTo>
                <a:cubicBezTo>
                  <a:pt x="50623" y="3585715"/>
                  <a:pt x="38590" y="3224049"/>
                  <a:pt x="0" y="2737319"/>
                </a:cubicBezTo>
                <a:lnTo>
                  <a:pt x="6135721" y="3671844"/>
                </a:lnTo>
                <a:lnTo>
                  <a:pt x="6082646" y="3636645"/>
                </a:lnTo>
                <a:cubicBezTo>
                  <a:pt x="5953927" y="3539506"/>
                  <a:pt x="5852055" y="3413220"/>
                  <a:pt x="5748608" y="3240557"/>
                </a:cubicBezTo>
                <a:cubicBezTo>
                  <a:pt x="5541713" y="2895232"/>
                  <a:pt x="5454852" y="2325989"/>
                  <a:pt x="5336405" y="1785896"/>
                </a:cubicBezTo>
                <a:cubicBezTo>
                  <a:pt x="5217959" y="1245804"/>
                  <a:pt x="5056471" y="357974"/>
                  <a:pt x="5037924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14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6152" y="4739758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7F5F1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F7F5F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5BA459-736B-9CFC-512A-080623350A39}"/>
              </a:ext>
            </a:extLst>
          </p:cNvPr>
          <p:cNvSpPr/>
          <p:nvPr/>
        </p:nvSpPr>
        <p:spPr>
          <a:xfrm rot="15264538">
            <a:off x="1082711" y="-42791"/>
            <a:ext cx="1043490" cy="1082003"/>
          </a:xfrm>
          <a:custGeom>
            <a:avLst/>
            <a:gdLst>
              <a:gd name="connsiteX0" fmla="*/ 1015265 w 1043490"/>
              <a:gd name="connsiteY0" fmla="*/ 626017 h 1082003"/>
              <a:gd name="connsiteX1" fmla="*/ 937452 w 1043490"/>
              <a:gd name="connsiteY1" fmla="*/ 904879 h 1082003"/>
              <a:gd name="connsiteX2" fmla="*/ 894745 w 1043490"/>
              <a:gd name="connsiteY2" fmla="*/ 906275 h 1082003"/>
              <a:gd name="connsiteX3" fmla="*/ 749105 w 1043490"/>
              <a:gd name="connsiteY3" fmla="*/ 826720 h 1082003"/>
              <a:gd name="connsiteX4" fmla="*/ 723287 w 1043490"/>
              <a:gd name="connsiteY4" fmla="*/ 1033436 h 1082003"/>
              <a:gd name="connsiteX5" fmla="*/ 535208 w 1043490"/>
              <a:gd name="connsiteY5" fmla="*/ 1062954 h 1082003"/>
              <a:gd name="connsiteX6" fmla="*/ 461086 w 1043490"/>
              <a:gd name="connsiteY6" fmla="*/ 911589 h 1082003"/>
              <a:gd name="connsiteX7" fmla="*/ 308965 w 1043490"/>
              <a:gd name="connsiteY7" fmla="*/ 1065206 h 1082003"/>
              <a:gd name="connsiteX8" fmla="*/ 154434 w 1043490"/>
              <a:gd name="connsiteY8" fmla="*/ 914046 h 1082003"/>
              <a:gd name="connsiteX9" fmla="*/ 232675 w 1043490"/>
              <a:gd name="connsiteY9" fmla="*/ 729412 h 1082003"/>
              <a:gd name="connsiteX10" fmla="*/ 58947 w 1043490"/>
              <a:gd name="connsiteY10" fmla="*/ 703238 h 1082003"/>
              <a:gd name="connsiteX11" fmla="*/ 38864 w 1043490"/>
              <a:gd name="connsiteY11" fmla="*/ 502561 h 1082003"/>
              <a:gd name="connsiteX12" fmla="*/ 227406 w 1043490"/>
              <a:gd name="connsiteY12" fmla="*/ 456249 h 1082003"/>
              <a:gd name="connsiteX13" fmla="*/ 109433 w 1043490"/>
              <a:gd name="connsiteY13" fmla="*/ 301401 h 1082003"/>
              <a:gd name="connsiteX14" fmla="*/ 121097 w 1043490"/>
              <a:gd name="connsiteY14" fmla="*/ 174449 h 1082003"/>
              <a:gd name="connsiteX15" fmla="*/ 297087 w 1043490"/>
              <a:gd name="connsiteY15" fmla="*/ 135617 h 1082003"/>
              <a:gd name="connsiteX16" fmla="*/ 433813 w 1043490"/>
              <a:gd name="connsiteY16" fmla="*/ 222712 h 1082003"/>
              <a:gd name="connsiteX17" fmla="*/ 499826 w 1043490"/>
              <a:gd name="connsiteY17" fmla="*/ 40121 h 1082003"/>
              <a:gd name="connsiteX18" fmla="*/ 713870 w 1043490"/>
              <a:gd name="connsiteY18" fmla="*/ 55424 h 1082003"/>
              <a:gd name="connsiteX19" fmla="*/ 733683 w 1043490"/>
              <a:gd name="connsiteY19" fmla="*/ 273744 h 1082003"/>
              <a:gd name="connsiteX20" fmla="*/ 851462 w 1043490"/>
              <a:gd name="connsiteY20" fmla="*/ 170769 h 1082003"/>
              <a:gd name="connsiteX21" fmla="*/ 1038245 w 1043490"/>
              <a:gd name="connsiteY21" fmla="*/ 280606 h 1082003"/>
              <a:gd name="connsiteX22" fmla="*/ 1013858 w 1043490"/>
              <a:gd name="connsiteY22" fmla="*/ 436466 h 1082003"/>
              <a:gd name="connsiteX23" fmla="*/ 922561 w 1043490"/>
              <a:gd name="connsiteY23" fmla="*/ 547712 h 1082003"/>
              <a:gd name="connsiteX24" fmla="*/ 975832 w 1043490"/>
              <a:gd name="connsiteY24" fmla="*/ 587027 h 1082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43490" h="1082003">
                <a:moveTo>
                  <a:pt x="1015265" y="626017"/>
                </a:moveTo>
                <a:lnTo>
                  <a:pt x="937452" y="904879"/>
                </a:lnTo>
                <a:lnTo>
                  <a:pt x="894745" y="906275"/>
                </a:lnTo>
                <a:cubicBezTo>
                  <a:pt x="823464" y="904794"/>
                  <a:pt x="807492" y="853358"/>
                  <a:pt x="749105" y="826720"/>
                </a:cubicBezTo>
                <a:cubicBezTo>
                  <a:pt x="753617" y="939221"/>
                  <a:pt x="758816" y="966143"/>
                  <a:pt x="723287" y="1033436"/>
                </a:cubicBezTo>
                <a:cubicBezTo>
                  <a:pt x="696549" y="1082801"/>
                  <a:pt x="569323" y="1097930"/>
                  <a:pt x="535208" y="1062954"/>
                </a:cubicBezTo>
                <a:cubicBezTo>
                  <a:pt x="485554" y="1011924"/>
                  <a:pt x="492244" y="980934"/>
                  <a:pt x="461086" y="911589"/>
                </a:cubicBezTo>
                <a:cubicBezTo>
                  <a:pt x="426014" y="967683"/>
                  <a:pt x="368908" y="1031240"/>
                  <a:pt x="308965" y="1065206"/>
                </a:cubicBezTo>
                <a:cubicBezTo>
                  <a:pt x="233800" y="1110903"/>
                  <a:pt x="153848" y="985607"/>
                  <a:pt x="154434" y="914046"/>
                </a:cubicBezTo>
                <a:cubicBezTo>
                  <a:pt x="173928" y="789624"/>
                  <a:pt x="202223" y="814490"/>
                  <a:pt x="232675" y="729412"/>
                </a:cubicBezTo>
                <a:cubicBezTo>
                  <a:pt x="104568" y="737550"/>
                  <a:pt x="95720" y="721969"/>
                  <a:pt x="58947" y="703238"/>
                </a:cubicBezTo>
                <a:cubicBezTo>
                  <a:pt x="-34081" y="649294"/>
                  <a:pt x="1957" y="547225"/>
                  <a:pt x="38864" y="502561"/>
                </a:cubicBezTo>
                <a:cubicBezTo>
                  <a:pt x="103886" y="464072"/>
                  <a:pt x="124154" y="456361"/>
                  <a:pt x="227406" y="456249"/>
                </a:cubicBezTo>
                <a:cubicBezTo>
                  <a:pt x="144412" y="385427"/>
                  <a:pt x="137791" y="349345"/>
                  <a:pt x="109433" y="301401"/>
                </a:cubicBezTo>
                <a:cubicBezTo>
                  <a:pt x="87537" y="280033"/>
                  <a:pt x="103015" y="209391"/>
                  <a:pt x="121097" y="174449"/>
                </a:cubicBezTo>
                <a:cubicBezTo>
                  <a:pt x="164813" y="125860"/>
                  <a:pt x="258171" y="124789"/>
                  <a:pt x="297087" y="135617"/>
                </a:cubicBezTo>
                <a:cubicBezTo>
                  <a:pt x="387356" y="176060"/>
                  <a:pt x="388237" y="193680"/>
                  <a:pt x="433813" y="222712"/>
                </a:cubicBezTo>
                <a:cubicBezTo>
                  <a:pt x="445185" y="159961"/>
                  <a:pt x="450668" y="94197"/>
                  <a:pt x="499826" y="40121"/>
                </a:cubicBezTo>
                <a:cubicBezTo>
                  <a:pt x="565995" y="-29326"/>
                  <a:pt x="679835" y="1669"/>
                  <a:pt x="713870" y="55424"/>
                </a:cubicBezTo>
                <a:cubicBezTo>
                  <a:pt x="745245" y="136929"/>
                  <a:pt x="742221" y="176527"/>
                  <a:pt x="733683" y="273744"/>
                </a:cubicBezTo>
                <a:cubicBezTo>
                  <a:pt x="777200" y="222341"/>
                  <a:pt x="784283" y="201247"/>
                  <a:pt x="851462" y="170769"/>
                </a:cubicBezTo>
                <a:cubicBezTo>
                  <a:pt x="918642" y="140291"/>
                  <a:pt x="1041539" y="240016"/>
                  <a:pt x="1038245" y="280606"/>
                </a:cubicBezTo>
                <a:cubicBezTo>
                  <a:pt x="1049693" y="332877"/>
                  <a:pt x="1042768" y="380626"/>
                  <a:pt x="1013858" y="436466"/>
                </a:cubicBezTo>
                <a:cubicBezTo>
                  <a:pt x="987425" y="485008"/>
                  <a:pt x="962531" y="503090"/>
                  <a:pt x="922561" y="547712"/>
                </a:cubicBezTo>
                <a:cubicBezTo>
                  <a:pt x="931510" y="552420"/>
                  <a:pt x="952032" y="566989"/>
                  <a:pt x="975832" y="58702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4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E270B09-708A-C716-C566-245C0FE6BF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53D702-4174-6035-061C-9193A7E0B258}"/>
              </a:ext>
            </a:extLst>
          </p:cNvPr>
          <p:cNvSpPr/>
          <p:nvPr/>
        </p:nvSpPr>
        <p:spPr>
          <a:xfrm rot="9044054">
            <a:off x="2473238" y="5669367"/>
            <a:ext cx="1325608" cy="646801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91361" y="1090699"/>
            <a:ext cx="6111256" cy="44453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1pPr>
            <a:lvl2pPr marL="4572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2pPr>
            <a:lvl3pPr marL="9144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3pPr>
            <a:lvl4pPr marL="13716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4pPr>
            <a:lvl5pPr marL="1828800" indent="0">
              <a:lnSpc>
                <a:spcPct val="55000"/>
              </a:lnSpc>
              <a:buNone/>
              <a:defRPr lang="en-US" sz="7200" b="1" dirty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Star: 7 Points 2">
            <a:extLst>
              <a:ext uri="{FF2B5EF4-FFF2-40B4-BE49-F238E27FC236}">
                <a16:creationId xmlns:a16="http://schemas.microsoft.com/office/drawing/2014/main" id="{29FA70B8-ADFD-F56E-579C-F2F9F2EE2D37}"/>
              </a:ext>
            </a:extLst>
          </p:cNvPr>
          <p:cNvSpPr/>
          <p:nvPr/>
        </p:nvSpPr>
        <p:spPr>
          <a:xfrm rot="21274765">
            <a:off x="199617" y="4736505"/>
            <a:ext cx="1416923" cy="1344566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02527" h="4841960">
                <a:moveTo>
                  <a:pt x="1" y="2871567"/>
                </a:moveTo>
                <a:cubicBezTo>
                  <a:pt x="421402" y="2584945"/>
                  <a:pt x="1175071" y="2342174"/>
                  <a:pt x="1612943" y="2131595"/>
                </a:cubicBezTo>
                <a:cubicBezTo>
                  <a:pt x="1380551" y="1836617"/>
                  <a:pt x="548845" y="1124818"/>
                  <a:pt x="485508" y="933726"/>
                </a:cubicBezTo>
                <a:cubicBezTo>
                  <a:pt x="1004428" y="1022184"/>
                  <a:pt x="2157000" y="1438183"/>
                  <a:pt x="2253602" y="1457047"/>
                </a:cubicBezTo>
                <a:cubicBezTo>
                  <a:pt x="2359708" y="1262403"/>
                  <a:pt x="2561804" y="370262"/>
                  <a:pt x="2767495" y="0"/>
                </a:cubicBezTo>
                <a:cubicBezTo>
                  <a:pt x="2961050" y="579670"/>
                  <a:pt x="3085800" y="1250964"/>
                  <a:pt x="3180842" y="1613401"/>
                </a:cubicBezTo>
                <a:cubicBezTo>
                  <a:pt x="3830458" y="1277637"/>
                  <a:pt x="4513089" y="677511"/>
                  <a:pt x="4697919" y="711224"/>
                </a:cubicBezTo>
                <a:cubicBezTo>
                  <a:pt x="4671089" y="917044"/>
                  <a:pt x="4368692" y="1342376"/>
                  <a:pt x="4272827" y="1480991"/>
                </a:cubicBezTo>
                <a:lnTo>
                  <a:pt x="3922734" y="2012985"/>
                </a:lnTo>
                <a:cubicBezTo>
                  <a:pt x="4030353" y="2086631"/>
                  <a:pt x="4970923" y="2236170"/>
                  <a:pt x="5102436" y="2339389"/>
                </a:cubicBezTo>
                <a:cubicBezTo>
                  <a:pt x="5111768" y="2481626"/>
                  <a:pt x="4403169" y="2567925"/>
                  <a:pt x="3863686" y="2811641"/>
                </a:cubicBezTo>
                <a:cubicBezTo>
                  <a:pt x="4058045" y="3055818"/>
                  <a:pt x="4635886" y="3630336"/>
                  <a:pt x="4828315" y="3987432"/>
                </a:cubicBezTo>
                <a:cubicBezTo>
                  <a:pt x="4763407" y="4009375"/>
                  <a:pt x="3711441" y="3580290"/>
                  <a:pt x="3349202" y="3472552"/>
                </a:cubicBezTo>
                <a:cubicBezTo>
                  <a:pt x="3302826" y="3787859"/>
                  <a:pt x="3264946" y="4551710"/>
                  <a:pt x="3184115" y="4840512"/>
                </a:cubicBezTo>
                <a:cubicBezTo>
                  <a:pt x="3047820" y="4888982"/>
                  <a:pt x="2486222" y="3704492"/>
                  <a:pt x="2421953" y="3718173"/>
                </a:cubicBezTo>
                <a:cubicBezTo>
                  <a:pt x="2290571" y="3712506"/>
                  <a:pt x="1238296" y="4573139"/>
                  <a:pt x="1092966" y="4437056"/>
                </a:cubicBezTo>
                <a:cubicBezTo>
                  <a:pt x="1167837" y="3959174"/>
                  <a:pt x="1449412" y="3421788"/>
                  <a:pt x="1577328" y="2981795"/>
                </a:cubicBezTo>
                <a:cubicBezTo>
                  <a:pt x="1489335" y="2910464"/>
                  <a:pt x="52036" y="3008383"/>
                  <a:pt x="1" y="287156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3" name="Isosceles Triangle 2">
            <a:extLst>
              <a:ext uri="{FF2B5EF4-FFF2-40B4-BE49-F238E27FC236}">
                <a16:creationId xmlns:a16="http://schemas.microsoft.com/office/drawing/2014/main" id="{D9BD400B-E1A1-9FA5-4873-7A0D140B608D}"/>
              </a:ext>
            </a:extLst>
          </p:cNvPr>
          <p:cNvSpPr/>
          <p:nvPr/>
        </p:nvSpPr>
        <p:spPr>
          <a:xfrm rot="1025276">
            <a:off x="1405047" y="3090014"/>
            <a:ext cx="1180511" cy="1064422"/>
          </a:xfrm>
          <a:custGeom>
            <a:avLst/>
            <a:gdLst>
              <a:gd name="connsiteX0" fmla="*/ 0 w 1452562"/>
              <a:gd name="connsiteY0" fmla="*/ 1151164 h 1151164"/>
              <a:gd name="connsiteX1" fmla="*/ 726281 w 1452562"/>
              <a:gd name="connsiteY1" fmla="*/ 0 h 1151164"/>
              <a:gd name="connsiteX2" fmla="*/ 1452562 w 1452562"/>
              <a:gd name="connsiteY2" fmla="*/ 1151164 h 1151164"/>
              <a:gd name="connsiteX3" fmla="*/ 0 w 1452562"/>
              <a:gd name="connsiteY3" fmla="*/ 1151164 h 1151164"/>
              <a:gd name="connsiteX0" fmla="*/ 0 w 1385281"/>
              <a:gd name="connsiteY0" fmla="*/ 1151164 h 1165456"/>
              <a:gd name="connsiteX1" fmla="*/ 726281 w 1385281"/>
              <a:gd name="connsiteY1" fmla="*/ 0 h 1165456"/>
              <a:gd name="connsiteX2" fmla="*/ 1385281 w 1385281"/>
              <a:gd name="connsiteY2" fmla="*/ 1165456 h 1165456"/>
              <a:gd name="connsiteX3" fmla="*/ 0 w 1385281"/>
              <a:gd name="connsiteY3" fmla="*/ 1151164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0 w 1274005"/>
              <a:gd name="connsiteY0" fmla="*/ 1037459 h 1165456"/>
              <a:gd name="connsiteX1" fmla="*/ 615005 w 1274005"/>
              <a:gd name="connsiteY1" fmla="*/ 0 h 1165456"/>
              <a:gd name="connsiteX2" fmla="*/ 1274005 w 1274005"/>
              <a:gd name="connsiteY2" fmla="*/ 1165456 h 1165456"/>
              <a:gd name="connsiteX3" fmla="*/ 0 w 1274005"/>
              <a:gd name="connsiteY3" fmla="*/ 1037459 h 1165456"/>
              <a:gd name="connsiteX0" fmla="*/ 15084 w 1289089"/>
              <a:gd name="connsiteY0" fmla="*/ 1159324 h 1287321"/>
              <a:gd name="connsiteX1" fmla="*/ 573167 w 1289089"/>
              <a:gd name="connsiteY1" fmla="*/ 152458 h 1287321"/>
              <a:gd name="connsiteX2" fmla="*/ 630089 w 1289089"/>
              <a:gd name="connsiteY2" fmla="*/ 121865 h 1287321"/>
              <a:gd name="connsiteX3" fmla="*/ 1289089 w 1289089"/>
              <a:gd name="connsiteY3" fmla="*/ 1287321 h 1287321"/>
              <a:gd name="connsiteX4" fmla="*/ 15084 w 1289089"/>
              <a:gd name="connsiteY4" fmla="*/ 1159324 h 1287321"/>
              <a:gd name="connsiteX0" fmla="*/ 15084 w 1289089"/>
              <a:gd name="connsiteY0" fmla="*/ 1092203 h 1220200"/>
              <a:gd name="connsiteX1" fmla="*/ 573167 w 1289089"/>
              <a:gd name="connsiteY1" fmla="*/ 85337 h 1220200"/>
              <a:gd name="connsiteX2" fmla="*/ 682867 w 1289089"/>
              <a:gd name="connsiteY2" fmla="*/ 214810 h 1220200"/>
              <a:gd name="connsiteX3" fmla="*/ 1289089 w 1289089"/>
              <a:gd name="connsiteY3" fmla="*/ 1220200 h 1220200"/>
              <a:gd name="connsiteX4" fmla="*/ 15084 w 1289089"/>
              <a:gd name="connsiteY4" fmla="*/ 1092203 h 1220200"/>
              <a:gd name="connsiteX0" fmla="*/ 15284 w 1289289"/>
              <a:gd name="connsiteY0" fmla="*/ 1019701 h 1147698"/>
              <a:gd name="connsiteX1" fmla="*/ 564801 w 1289289"/>
              <a:gd name="connsiteY1" fmla="*/ 129029 h 1147698"/>
              <a:gd name="connsiteX2" fmla="*/ 683067 w 1289289"/>
              <a:gd name="connsiteY2" fmla="*/ 142308 h 1147698"/>
              <a:gd name="connsiteX3" fmla="*/ 1289289 w 1289289"/>
              <a:gd name="connsiteY3" fmla="*/ 1147698 h 1147698"/>
              <a:gd name="connsiteX4" fmla="*/ 15284 w 1289289"/>
              <a:gd name="connsiteY4" fmla="*/ 1019701 h 1147698"/>
              <a:gd name="connsiteX0" fmla="*/ 15284 w 1289289"/>
              <a:gd name="connsiteY0" fmla="*/ 983373 h 1111370"/>
              <a:gd name="connsiteX1" fmla="*/ 564801 w 1289289"/>
              <a:gd name="connsiteY1" fmla="*/ 92701 h 1111370"/>
              <a:gd name="connsiteX2" fmla="*/ 683067 w 1289289"/>
              <a:gd name="connsiteY2" fmla="*/ 105980 h 1111370"/>
              <a:gd name="connsiteX3" fmla="*/ 1289289 w 1289289"/>
              <a:gd name="connsiteY3" fmla="*/ 1111370 h 1111370"/>
              <a:gd name="connsiteX4" fmla="*/ 15284 w 1289289"/>
              <a:gd name="connsiteY4" fmla="*/ 983373 h 1111370"/>
              <a:gd name="connsiteX0" fmla="*/ 16242 w 1290247"/>
              <a:gd name="connsiteY0" fmla="*/ 983373 h 1111370"/>
              <a:gd name="connsiteX1" fmla="*/ 565759 w 1290247"/>
              <a:gd name="connsiteY1" fmla="*/ 92701 h 1111370"/>
              <a:gd name="connsiteX2" fmla="*/ 684025 w 1290247"/>
              <a:gd name="connsiteY2" fmla="*/ 105980 h 1111370"/>
              <a:gd name="connsiteX3" fmla="*/ 1290247 w 1290247"/>
              <a:gd name="connsiteY3" fmla="*/ 1111370 h 1111370"/>
              <a:gd name="connsiteX4" fmla="*/ 16242 w 1290247"/>
              <a:gd name="connsiteY4" fmla="*/ 983373 h 1111370"/>
              <a:gd name="connsiteX0" fmla="*/ 0 w 1274005"/>
              <a:gd name="connsiteY0" fmla="*/ 983373 h 1111370"/>
              <a:gd name="connsiteX1" fmla="*/ 549517 w 1274005"/>
              <a:gd name="connsiteY1" fmla="*/ 92701 h 1111370"/>
              <a:gd name="connsiteX2" fmla="*/ 667783 w 1274005"/>
              <a:gd name="connsiteY2" fmla="*/ 105980 h 1111370"/>
              <a:gd name="connsiteX3" fmla="*/ 1274005 w 1274005"/>
              <a:gd name="connsiteY3" fmla="*/ 1111370 h 1111370"/>
              <a:gd name="connsiteX4" fmla="*/ 0 w 1274005"/>
              <a:gd name="connsiteY4" fmla="*/ 983373 h 1111370"/>
              <a:gd name="connsiteX0" fmla="*/ 0 w 1274005"/>
              <a:gd name="connsiteY0" fmla="*/ 972764 h 1100761"/>
              <a:gd name="connsiteX1" fmla="*/ 524276 w 1274005"/>
              <a:gd name="connsiteY1" fmla="*/ 112898 h 1100761"/>
              <a:gd name="connsiteX2" fmla="*/ 667783 w 1274005"/>
              <a:gd name="connsiteY2" fmla="*/ 95371 h 1100761"/>
              <a:gd name="connsiteX3" fmla="*/ 1274005 w 1274005"/>
              <a:gd name="connsiteY3" fmla="*/ 1100761 h 1100761"/>
              <a:gd name="connsiteX4" fmla="*/ 0 w 1274005"/>
              <a:gd name="connsiteY4" fmla="*/ 972764 h 1100761"/>
              <a:gd name="connsiteX0" fmla="*/ 0 w 1274005"/>
              <a:gd name="connsiteY0" fmla="*/ 971972 h 1099969"/>
              <a:gd name="connsiteX1" fmla="*/ 524276 w 1274005"/>
              <a:gd name="connsiteY1" fmla="*/ 112106 h 1099969"/>
              <a:gd name="connsiteX2" fmla="*/ 667783 w 1274005"/>
              <a:gd name="connsiteY2" fmla="*/ 94579 h 1099969"/>
              <a:gd name="connsiteX3" fmla="*/ 1274005 w 1274005"/>
              <a:gd name="connsiteY3" fmla="*/ 1099969 h 1099969"/>
              <a:gd name="connsiteX4" fmla="*/ 0 w 1274005"/>
              <a:gd name="connsiteY4" fmla="*/ 971972 h 1099969"/>
              <a:gd name="connsiteX0" fmla="*/ 0 w 1274005"/>
              <a:gd name="connsiteY0" fmla="*/ 965402 h 1093399"/>
              <a:gd name="connsiteX1" fmla="*/ 524276 w 1274005"/>
              <a:gd name="connsiteY1" fmla="*/ 105536 h 1093399"/>
              <a:gd name="connsiteX2" fmla="*/ 674791 w 1274005"/>
              <a:gd name="connsiteY2" fmla="*/ 97657 h 1093399"/>
              <a:gd name="connsiteX3" fmla="*/ 1274005 w 1274005"/>
              <a:gd name="connsiteY3" fmla="*/ 1093399 h 1093399"/>
              <a:gd name="connsiteX4" fmla="*/ 0 w 1274005"/>
              <a:gd name="connsiteY4" fmla="*/ 965402 h 1093399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74005 w 1274005"/>
              <a:gd name="connsiteY3" fmla="*/ 1085092 h 1085092"/>
              <a:gd name="connsiteX4" fmla="*/ 0 w 1274005"/>
              <a:gd name="connsiteY4" fmla="*/ 957095 h 1085092"/>
              <a:gd name="connsiteX0" fmla="*/ 0 w 1274005"/>
              <a:gd name="connsiteY0" fmla="*/ 957095 h 1085092"/>
              <a:gd name="connsiteX1" fmla="*/ 524276 w 1274005"/>
              <a:gd name="connsiteY1" fmla="*/ 97229 h 1085092"/>
              <a:gd name="connsiteX2" fmla="*/ 674791 w 1274005"/>
              <a:gd name="connsiteY2" fmla="*/ 89350 h 1085092"/>
              <a:gd name="connsiteX3" fmla="*/ 1217518 w 1274005"/>
              <a:gd name="connsiteY3" fmla="*/ 956420 h 1085092"/>
              <a:gd name="connsiteX4" fmla="*/ 1274005 w 1274005"/>
              <a:gd name="connsiteY4" fmla="*/ 1085092 h 1085092"/>
              <a:gd name="connsiteX5" fmla="*/ 0 w 1274005"/>
              <a:gd name="connsiteY5" fmla="*/ 957095 h 1085092"/>
              <a:gd name="connsiteX0" fmla="*/ 0 w 1239372"/>
              <a:gd name="connsiteY0" fmla="*/ 957095 h 1088139"/>
              <a:gd name="connsiteX1" fmla="*/ 524276 w 1239372"/>
              <a:gd name="connsiteY1" fmla="*/ 97229 h 1088139"/>
              <a:gd name="connsiteX2" fmla="*/ 674791 w 1239372"/>
              <a:gd name="connsiteY2" fmla="*/ 89350 h 1088139"/>
              <a:gd name="connsiteX3" fmla="*/ 1217518 w 1239372"/>
              <a:gd name="connsiteY3" fmla="*/ 956420 h 1088139"/>
              <a:gd name="connsiteX4" fmla="*/ 1239372 w 1239372"/>
              <a:gd name="connsiteY4" fmla="*/ 1088139 h 1088139"/>
              <a:gd name="connsiteX5" fmla="*/ 0 w 1239372"/>
              <a:gd name="connsiteY5" fmla="*/ 957095 h 1088139"/>
              <a:gd name="connsiteX0" fmla="*/ 0 w 1255895"/>
              <a:gd name="connsiteY0" fmla="*/ 957095 h 1087474"/>
              <a:gd name="connsiteX1" fmla="*/ 524276 w 1255895"/>
              <a:gd name="connsiteY1" fmla="*/ 97229 h 1087474"/>
              <a:gd name="connsiteX2" fmla="*/ 674791 w 1255895"/>
              <a:gd name="connsiteY2" fmla="*/ 89350 h 1087474"/>
              <a:gd name="connsiteX3" fmla="*/ 1217518 w 1255895"/>
              <a:gd name="connsiteY3" fmla="*/ 956420 h 1087474"/>
              <a:gd name="connsiteX4" fmla="*/ 1255895 w 1255895"/>
              <a:gd name="connsiteY4" fmla="*/ 1087474 h 1087474"/>
              <a:gd name="connsiteX5" fmla="*/ 0 w 1255895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7474"/>
              <a:gd name="connsiteX1" fmla="*/ 524276 w 1262004"/>
              <a:gd name="connsiteY1" fmla="*/ 97229 h 1087474"/>
              <a:gd name="connsiteX2" fmla="*/ 674791 w 1262004"/>
              <a:gd name="connsiteY2" fmla="*/ 89350 h 1087474"/>
              <a:gd name="connsiteX3" fmla="*/ 1217518 w 1262004"/>
              <a:gd name="connsiteY3" fmla="*/ 956420 h 1087474"/>
              <a:gd name="connsiteX4" fmla="*/ 1255895 w 1262004"/>
              <a:gd name="connsiteY4" fmla="*/ 1087474 h 1087474"/>
              <a:gd name="connsiteX5" fmla="*/ 0 w 1262004"/>
              <a:gd name="connsiteY5" fmla="*/ 957095 h 1087474"/>
              <a:gd name="connsiteX0" fmla="*/ 0 w 1262004"/>
              <a:gd name="connsiteY0" fmla="*/ 957095 h 1088788"/>
              <a:gd name="connsiteX1" fmla="*/ 524276 w 1262004"/>
              <a:gd name="connsiteY1" fmla="*/ 97229 h 1088788"/>
              <a:gd name="connsiteX2" fmla="*/ 674791 w 1262004"/>
              <a:gd name="connsiteY2" fmla="*/ 89350 h 1088788"/>
              <a:gd name="connsiteX3" fmla="*/ 1217518 w 1262004"/>
              <a:gd name="connsiteY3" fmla="*/ 956420 h 1088788"/>
              <a:gd name="connsiteX4" fmla="*/ 1255895 w 1262004"/>
              <a:gd name="connsiteY4" fmla="*/ 1087474 h 1088788"/>
              <a:gd name="connsiteX5" fmla="*/ 0 w 1262004"/>
              <a:gd name="connsiteY5" fmla="*/ 957095 h 1088788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994670 h 1126363"/>
              <a:gd name="connsiteX1" fmla="*/ 524276 w 1262004"/>
              <a:gd name="connsiteY1" fmla="*/ 134804 h 1126363"/>
              <a:gd name="connsiteX2" fmla="*/ 763837 w 1262004"/>
              <a:gd name="connsiteY2" fmla="*/ 74328 h 1126363"/>
              <a:gd name="connsiteX3" fmla="*/ 1217518 w 1262004"/>
              <a:gd name="connsiteY3" fmla="*/ 993995 h 1126363"/>
              <a:gd name="connsiteX4" fmla="*/ 1255895 w 1262004"/>
              <a:gd name="connsiteY4" fmla="*/ 1125049 h 1126363"/>
              <a:gd name="connsiteX5" fmla="*/ 0 w 1262004"/>
              <a:gd name="connsiteY5" fmla="*/ 994670 h 1126363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1013182 h 1144875"/>
              <a:gd name="connsiteX1" fmla="*/ 622138 w 1262004"/>
              <a:gd name="connsiteY1" fmla="*/ 90675 h 1144875"/>
              <a:gd name="connsiteX2" fmla="*/ 763837 w 1262004"/>
              <a:gd name="connsiteY2" fmla="*/ 92840 h 1144875"/>
              <a:gd name="connsiteX3" fmla="*/ 1217518 w 1262004"/>
              <a:gd name="connsiteY3" fmla="*/ 1012507 h 1144875"/>
              <a:gd name="connsiteX4" fmla="*/ 1255895 w 1262004"/>
              <a:gd name="connsiteY4" fmla="*/ 1143561 h 1144875"/>
              <a:gd name="connsiteX5" fmla="*/ 0 w 1262004"/>
              <a:gd name="connsiteY5" fmla="*/ 1013182 h 1144875"/>
              <a:gd name="connsiteX0" fmla="*/ 0 w 1262004"/>
              <a:gd name="connsiteY0" fmla="*/ 994545 h 1126238"/>
              <a:gd name="connsiteX1" fmla="*/ 622138 w 1262004"/>
              <a:gd name="connsiteY1" fmla="*/ 72038 h 1126238"/>
              <a:gd name="connsiteX2" fmla="*/ 763837 w 1262004"/>
              <a:gd name="connsiteY2" fmla="*/ 74203 h 1126238"/>
              <a:gd name="connsiteX3" fmla="*/ 1217518 w 1262004"/>
              <a:gd name="connsiteY3" fmla="*/ 993870 h 1126238"/>
              <a:gd name="connsiteX4" fmla="*/ 1255895 w 1262004"/>
              <a:gd name="connsiteY4" fmla="*/ 1124924 h 1126238"/>
              <a:gd name="connsiteX5" fmla="*/ 0 w 1262004"/>
              <a:gd name="connsiteY5" fmla="*/ 994545 h 1126238"/>
              <a:gd name="connsiteX0" fmla="*/ 0 w 1262004"/>
              <a:gd name="connsiteY0" fmla="*/ 1006208 h 1137901"/>
              <a:gd name="connsiteX1" fmla="*/ 622138 w 1262004"/>
              <a:gd name="connsiteY1" fmla="*/ 83701 h 1137901"/>
              <a:gd name="connsiteX2" fmla="*/ 763837 w 1262004"/>
              <a:gd name="connsiteY2" fmla="*/ 85866 h 1137901"/>
              <a:gd name="connsiteX3" fmla="*/ 1217518 w 1262004"/>
              <a:gd name="connsiteY3" fmla="*/ 1005533 h 1137901"/>
              <a:gd name="connsiteX4" fmla="*/ 1255895 w 1262004"/>
              <a:gd name="connsiteY4" fmla="*/ 1136587 h 1137901"/>
              <a:gd name="connsiteX5" fmla="*/ 0 w 1262004"/>
              <a:gd name="connsiteY5" fmla="*/ 1006208 h 113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2004" h="1137901">
                <a:moveTo>
                  <a:pt x="0" y="1006208"/>
                </a:moveTo>
                <a:cubicBezTo>
                  <a:pt x="70072" y="876199"/>
                  <a:pt x="461697" y="309251"/>
                  <a:pt x="622138" y="83701"/>
                </a:cubicBezTo>
                <a:cubicBezTo>
                  <a:pt x="693818" y="-15917"/>
                  <a:pt x="698602" y="-40073"/>
                  <a:pt x="763837" y="85866"/>
                </a:cubicBezTo>
                <a:cubicBezTo>
                  <a:pt x="948009" y="387446"/>
                  <a:pt x="1052715" y="659239"/>
                  <a:pt x="1217518" y="1005533"/>
                </a:cubicBezTo>
                <a:cubicBezTo>
                  <a:pt x="1230310" y="1049218"/>
                  <a:pt x="1278932" y="1119596"/>
                  <a:pt x="1255895" y="1136587"/>
                </a:cubicBezTo>
                <a:cubicBezTo>
                  <a:pt x="1220219" y="1150545"/>
                  <a:pt x="418632" y="1049668"/>
                  <a:pt x="0" y="1006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0E444C7-BDCF-10F9-EA3D-1D8A56AE2ACF}"/>
              </a:ext>
            </a:extLst>
          </p:cNvPr>
          <p:cNvSpPr/>
          <p:nvPr/>
        </p:nvSpPr>
        <p:spPr>
          <a:xfrm rot="2913124">
            <a:off x="-143825" y="1465002"/>
            <a:ext cx="1029192" cy="1012600"/>
          </a:xfrm>
          <a:custGeom>
            <a:avLst/>
            <a:gdLst>
              <a:gd name="connsiteX0" fmla="*/ 163665 w 1103812"/>
              <a:gd name="connsiteY0" fmla="*/ 166268 h 1086017"/>
              <a:gd name="connsiteX1" fmla="*/ 509723 w 1103812"/>
              <a:gd name="connsiteY1" fmla="*/ 137 h 1086017"/>
              <a:gd name="connsiteX2" fmla="*/ 950595 w 1103812"/>
              <a:gd name="connsiteY2" fmla="*/ 146718 h 1086017"/>
              <a:gd name="connsiteX3" fmla="*/ 1059140 w 1103812"/>
              <a:gd name="connsiteY3" fmla="*/ 754840 h 1086017"/>
              <a:gd name="connsiteX4" fmla="*/ 599836 w 1103812"/>
              <a:gd name="connsiteY4" fmla="*/ 1081095 h 1086017"/>
              <a:gd name="connsiteX5" fmla="*/ 551294 w 1103812"/>
              <a:gd name="connsiteY5" fmla="*/ 1086017 h 1086017"/>
              <a:gd name="connsiteX6" fmla="*/ 9259 w 1103812"/>
              <a:gd name="connsiteY6" fmla="*/ 607343 h 1086017"/>
              <a:gd name="connsiteX7" fmla="*/ 4296 w 1103812"/>
              <a:gd name="connsiteY7" fmla="*/ 586213 h 1086017"/>
              <a:gd name="connsiteX8" fmla="*/ 163665 w 1103812"/>
              <a:gd name="connsiteY8" fmla="*/ 166268 h 108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3812" h="1086017">
                <a:moveTo>
                  <a:pt x="163665" y="166268"/>
                </a:moveTo>
                <a:cubicBezTo>
                  <a:pt x="229167" y="71440"/>
                  <a:pt x="378568" y="3395"/>
                  <a:pt x="509723" y="137"/>
                </a:cubicBezTo>
                <a:cubicBezTo>
                  <a:pt x="640878" y="-3122"/>
                  <a:pt x="855767" y="51889"/>
                  <a:pt x="950595" y="146718"/>
                </a:cubicBezTo>
                <a:cubicBezTo>
                  <a:pt x="1045423" y="241546"/>
                  <a:pt x="1172535" y="537478"/>
                  <a:pt x="1059140" y="754840"/>
                </a:cubicBezTo>
                <a:cubicBezTo>
                  <a:pt x="939268" y="949022"/>
                  <a:pt x="757431" y="1053066"/>
                  <a:pt x="599836" y="1081095"/>
                </a:cubicBezTo>
                <a:lnTo>
                  <a:pt x="551294" y="1086017"/>
                </a:lnTo>
                <a:lnTo>
                  <a:pt x="9259" y="607343"/>
                </a:lnTo>
                <a:lnTo>
                  <a:pt x="4296" y="586213"/>
                </a:lnTo>
                <a:cubicBezTo>
                  <a:pt x="-24461" y="355002"/>
                  <a:pt x="98164" y="261096"/>
                  <a:pt x="163665" y="16626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7A44CC9-DC63-CC79-6872-1D73B28CA69D}"/>
              </a:ext>
            </a:extLst>
          </p:cNvPr>
          <p:cNvSpPr/>
          <p:nvPr/>
        </p:nvSpPr>
        <p:spPr>
          <a:xfrm rot="1803749" flipH="1">
            <a:off x="2425665" y="1620126"/>
            <a:ext cx="1320623" cy="722418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1F3292-111C-E2F8-FF24-E49D1470767B}"/>
              </a:ext>
            </a:extLst>
          </p:cNvPr>
          <p:cNvSpPr/>
          <p:nvPr/>
        </p:nvSpPr>
        <p:spPr>
          <a:xfrm rot="235225">
            <a:off x="1160881" y="-14733"/>
            <a:ext cx="1073939" cy="938762"/>
          </a:xfrm>
          <a:custGeom>
            <a:avLst/>
            <a:gdLst>
              <a:gd name="connsiteX0" fmla="*/ 116626 w 1073939"/>
              <a:gd name="connsiteY0" fmla="*/ 42474 h 938762"/>
              <a:gd name="connsiteX1" fmla="*/ 360402 w 1073939"/>
              <a:gd name="connsiteY1" fmla="*/ 25768 h 938762"/>
              <a:gd name="connsiteX2" fmla="*/ 382210 w 1073939"/>
              <a:gd name="connsiteY2" fmla="*/ 40203 h 938762"/>
              <a:gd name="connsiteX3" fmla="*/ 433813 w 1073939"/>
              <a:gd name="connsiteY3" fmla="*/ 79471 h 938762"/>
              <a:gd name="connsiteX4" fmla="*/ 445676 w 1073939"/>
              <a:gd name="connsiteY4" fmla="*/ 19924 h 938762"/>
              <a:gd name="connsiteX5" fmla="*/ 736402 w 1073939"/>
              <a:gd name="connsiteY5" fmla="*/ 0 h 938762"/>
              <a:gd name="connsiteX6" fmla="*/ 738744 w 1073939"/>
              <a:gd name="connsiteY6" fmla="*/ 15451 h 938762"/>
              <a:gd name="connsiteX7" fmla="*/ 733683 w 1073939"/>
              <a:gd name="connsiteY7" fmla="*/ 130503 h 938762"/>
              <a:gd name="connsiteX8" fmla="*/ 851462 w 1073939"/>
              <a:gd name="connsiteY8" fmla="*/ 27528 h 938762"/>
              <a:gd name="connsiteX9" fmla="*/ 1038245 w 1073939"/>
              <a:gd name="connsiteY9" fmla="*/ 137365 h 938762"/>
              <a:gd name="connsiteX10" fmla="*/ 1013858 w 1073939"/>
              <a:gd name="connsiteY10" fmla="*/ 293225 h 938762"/>
              <a:gd name="connsiteX11" fmla="*/ 922561 w 1073939"/>
              <a:gd name="connsiteY11" fmla="*/ 404471 h 938762"/>
              <a:gd name="connsiteX12" fmla="*/ 1048772 w 1073939"/>
              <a:gd name="connsiteY12" fmla="*/ 515908 h 938762"/>
              <a:gd name="connsiteX13" fmla="*/ 1063394 w 1073939"/>
              <a:gd name="connsiteY13" fmla="*/ 687772 h 938762"/>
              <a:gd name="connsiteX14" fmla="*/ 894745 w 1073939"/>
              <a:gd name="connsiteY14" fmla="*/ 763034 h 938762"/>
              <a:gd name="connsiteX15" fmla="*/ 749105 w 1073939"/>
              <a:gd name="connsiteY15" fmla="*/ 683479 h 938762"/>
              <a:gd name="connsiteX16" fmla="*/ 723287 w 1073939"/>
              <a:gd name="connsiteY16" fmla="*/ 890195 h 938762"/>
              <a:gd name="connsiteX17" fmla="*/ 535208 w 1073939"/>
              <a:gd name="connsiteY17" fmla="*/ 919713 h 938762"/>
              <a:gd name="connsiteX18" fmla="*/ 461086 w 1073939"/>
              <a:gd name="connsiteY18" fmla="*/ 768348 h 938762"/>
              <a:gd name="connsiteX19" fmla="*/ 308965 w 1073939"/>
              <a:gd name="connsiteY19" fmla="*/ 921964 h 938762"/>
              <a:gd name="connsiteX20" fmla="*/ 154434 w 1073939"/>
              <a:gd name="connsiteY20" fmla="*/ 770805 h 938762"/>
              <a:gd name="connsiteX21" fmla="*/ 232675 w 1073939"/>
              <a:gd name="connsiteY21" fmla="*/ 586171 h 938762"/>
              <a:gd name="connsiteX22" fmla="*/ 58947 w 1073939"/>
              <a:gd name="connsiteY22" fmla="*/ 559997 h 938762"/>
              <a:gd name="connsiteX23" fmla="*/ 38864 w 1073939"/>
              <a:gd name="connsiteY23" fmla="*/ 359320 h 938762"/>
              <a:gd name="connsiteX24" fmla="*/ 227406 w 1073939"/>
              <a:gd name="connsiteY24" fmla="*/ 313008 h 938762"/>
              <a:gd name="connsiteX25" fmla="*/ 109433 w 1073939"/>
              <a:gd name="connsiteY25" fmla="*/ 158160 h 938762"/>
              <a:gd name="connsiteX26" fmla="*/ 108567 w 1073939"/>
              <a:gd name="connsiteY26" fmla="*/ 62781 h 93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073939" h="938762">
                <a:moveTo>
                  <a:pt x="116626" y="42474"/>
                </a:moveTo>
                <a:lnTo>
                  <a:pt x="360402" y="25768"/>
                </a:lnTo>
                <a:lnTo>
                  <a:pt x="382210" y="40203"/>
                </a:lnTo>
                <a:cubicBezTo>
                  <a:pt x="399411" y="53292"/>
                  <a:pt x="411025" y="64955"/>
                  <a:pt x="433813" y="79471"/>
                </a:cubicBezTo>
                <a:lnTo>
                  <a:pt x="445676" y="19924"/>
                </a:lnTo>
                <a:lnTo>
                  <a:pt x="736402" y="0"/>
                </a:lnTo>
                <a:lnTo>
                  <a:pt x="738744" y="15451"/>
                </a:lnTo>
                <a:cubicBezTo>
                  <a:pt x="740843" y="47691"/>
                  <a:pt x="737952" y="81895"/>
                  <a:pt x="733683" y="130503"/>
                </a:cubicBezTo>
                <a:cubicBezTo>
                  <a:pt x="777200" y="79100"/>
                  <a:pt x="784283" y="58006"/>
                  <a:pt x="851462" y="27528"/>
                </a:cubicBezTo>
                <a:cubicBezTo>
                  <a:pt x="918642" y="-2950"/>
                  <a:pt x="1041539" y="96775"/>
                  <a:pt x="1038245" y="137365"/>
                </a:cubicBezTo>
                <a:cubicBezTo>
                  <a:pt x="1049693" y="189636"/>
                  <a:pt x="1042768" y="237385"/>
                  <a:pt x="1013858" y="293225"/>
                </a:cubicBezTo>
                <a:cubicBezTo>
                  <a:pt x="987424" y="341767"/>
                  <a:pt x="962532" y="359849"/>
                  <a:pt x="922561" y="404471"/>
                </a:cubicBezTo>
                <a:cubicBezTo>
                  <a:pt x="940459" y="413886"/>
                  <a:pt x="1004648" y="462749"/>
                  <a:pt x="1048772" y="515908"/>
                </a:cubicBezTo>
                <a:cubicBezTo>
                  <a:pt x="1075775" y="564054"/>
                  <a:pt x="1081693" y="631381"/>
                  <a:pt x="1063394" y="687772"/>
                </a:cubicBezTo>
                <a:cubicBezTo>
                  <a:pt x="1045094" y="744164"/>
                  <a:pt x="943912" y="768662"/>
                  <a:pt x="894745" y="763034"/>
                </a:cubicBezTo>
                <a:cubicBezTo>
                  <a:pt x="823464" y="761553"/>
                  <a:pt x="807492" y="710117"/>
                  <a:pt x="749105" y="683479"/>
                </a:cubicBezTo>
                <a:cubicBezTo>
                  <a:pt x="753617" y="795980"/>
                  <a:pt x="758816" y="822902"/>
                  <a:pt x="723287" y="890195"/>
                </a:cubicBezTo>
                <a:cubicBezTo>
                  <a:pt x="696549" y="939560"/>
                  <a:pt x="569323" y="954689"/>
                  <a:pt x="535208" y="919713"/>
                </a:cubicBezTo>
                <a:cubicBezTo>
                  <a:pt x="485554" y="868683"/>
                  <a:pt x="492244" y="837693"/>
                  <a:pt x="461086" y="768348"/>
                </a:cubicBezTo>
                <a:cubicBezTo>
                  <a:pt x="426014" y="824442"/>
                  <a:pt x="368908" y="887999"/>
                  <a:pt x="308965" y="921964"/>
                </a:cubicBezTo>
                <a:cubicBezTo>
                  <a:pt x="233800" y="967662"/>
                  <a:pt x="153848" y="842366"/>
                  <a:pt x="154434" y="770805"/>
                </a:cubicBezTo>
                <a:cubicBezTo>
                  <a:pt x="173928" y="646383"/>
                  <a:pt x="202223" y="671249"/>
                  <a:pt x="232675" y="586171"/>
                </a:cubicBezTo>
                <a:cubicBezTo>
                  <a:pt x="104568" y="594309"/>
                  <a:pt x="95720" y="578728"/>
                  <a:pt x="58947" y="559997"/>
                </a:cubicBezTo>
                <a:cubicBezTo>
                  <a:pt x="-34081" y="506053"/>
                  <a:pt x="1957" y="403984"/>
                  <a:pt x="38864" y="359320"/>
                </a:cubicBezTo>
                <a:cubicBezTo>
                  <a:pt x="103886" y="320831"/>
                  <a:pt x="124154" y="313120"/>
                  <a:pt x="227406" y="313008"/>
                </a:cubicBezTo>
                <a:cubicBezTo>
                  <a:pt x="144412" y="242186"/>
                  <a:pt x="137791" y="206104"/>
                  <a:pt x="109433" y="158160"/>
                </a:cubicBezTo>
                <a:cubicBezTo>
                  <a:pt x="93011" y="142134"/>
                  <a:pt x="97612" y="98392"/>
                  <a:pt x="108567" y="6278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786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18302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BCB5BDB0-D09A-3F73-6960-6AAC1562F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9660" y="5587512"/>
            <a:ext cx="6129845" cy="532474"/>
          </a:xfrm>
        </p:spPr>
        <p:txBody>
          <a:bodyPr anchor="ctr"/>
          <a:lstStyle>
            <a:lvl1pPr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D083816-EA1D-0185-DCA0-ECFED8A9938E}"/>
              </a:ext>
            </a:extLst>
          </p:cNvPr>
          <p:cNvSpPr/>
          <p:nvPr/>
        </p:nvSpPr>
        <p:spPr>
          <a:xfrm rot="10501542">
            <a:off x="9160369" y="5719090"/>
            <a:ext cx="2294401" cy="1139443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092614 w 2876897"/>
              <a:gd name="connsiteY7" fmla="*/ 514347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10912 w 2876897"/>
              <a:gd name="connsiteY7" fmla="*/ 2380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76182 w 2876897"/>
              <a:gd name="connsiteY6" fmla="*/ 795583 h 1560220"/>
              <a:gd name="connsiteX7" fmla="*/ 2235096 w 2876897"/>
              <a:gd name="connsiteY7" fmla="*/ 55217 h 1560220"/>
              <a:gd name="connsiteX8" fmla="*/ 2876897 w 2876897"/>
              <a:gd name="connsiteY8" fmla="*/ 39276 h 1560220"/>
              <a:gd name="connsiteX9" fmla="*/ 2084403 w 2876897"/>
              <a:gd name="connsiteY9" fmla="*/ 1412939 h 1560220"/>
              <a:gd name="connsiteX10" fmla="*/ 698505 w 2876897"/>
              <a:gd name="connsiteY10" fmla="*/ 1390335 h 1560220"/>
              <a:gd name="connsiteX0" fmla="*/ 698505 w 2879963"/>
              <a:gd name="connsiteY0" fmla="*/ 1390335 h 1560220"/>
              <a:gd name="connsiteX1" fmla="*/ 116789 w 2879963"/>
              <a:gd name="connsiteY1" fmla="*/ 590029 h 1560220"/>
              <a:gd name="connsiteX2" fmla="*/ 0 w 2879963"/>
              <a:gd name="connsiteY2" fmla="*/ 83689 h 1560220"/>
              <a:gd name="connsiteX3" fmla="*/ 574390 w 2879963"/>
              <a:gd name="connsiteY3" fmla="*/ 0 h 1560220"/>
              <a:gd name="connsiteX4" fmla="*/ 592822 w 2879963"/>
              <a:gd name="connsiteY4" fmla="*/ 142333 h 1560220"/>
              <a:gd name="connsiteX5" fmla="*/ 1077920 w 2879963"/>
              <a:gd name="connsiteY5" fmla="*/ 764841 h 1560220"/>
              <a:gd name="connsiteX6" fmla="*/ 1776182 w 2879963"/>
              <a:gd name="connsiteY6" fmla="*/ 795583 h 1560220"/>
              <a:gd name="connsiteX7" fmla="*/ 2235096 w 2879963"/>
              <a:gd name="connsiteY7" fmla="*/ 55217 h 1560220"/>
              <a:gd name="connsiteX8" fmla="*/ 2879964 w 2879963"/>
              <a:gd name="connsiteY8" fmla="*/ 112355 h 1560220"/>
              <a:gd name="connsiteX9" fmla="*/ 2084403 w 2879963"/>
              <a:gd name="connsiteY9" fmla="*/ 1412939 h 1560220"/>
              <a:gd name="connsiteX10" fmla="*/ 698505 w 2879963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  <a:gd name="connsiteX0" fmla="*/ 698505 w 2879964"/>
              <a:gd name="connsiteY0" fmla="*/ 1390335 h 1560220"/>
              <a:gd name="connsiteX1" fmla="*/ 116789 w 2879964"/>
              <a:gd name="connsiteY1" fmla="*/ 590029 h 1560220"/>
              <a:gd name="connsiteX2" fmla="*/ 0 w 2879964"/>
              <a:gd name="connsiteY2" fmla="*/ 83689 h 1560220"/>
              <a:gd name="connsiteX3" fmla="*/ 574390 w 2879964"/>
              <a:gd name="connsiteY3" fmla="*/ 0 h 1560220"/>
              <a:gd name="connsiteX4" fmla="*/ 592822 w 2879964"/>
              <a:gd name="connsiteY4" fmla="*/ 142333 h 1560220"/>
              <a:gd name="connsiteX5" fmla="*/ 1077920 w 2879964"/>
              <a:gd name="connsiteY5" fmla="*/ 764841 h 1560220"/>
              <a:gd name="connsiteX6" fmla="*/ 1776182 w 2879964"/>
              <a:gd name="connsiteY6" fmla="*/ 795583 h 1560220"/>
              <a:gd name="connsiteX7" fmla="*/ 2235096 w 2879964"/>
              <a:gd name="connsiteY7" fmla="*/ 55217 h 1560220"/>
              <a:gd name="connsiteX8" fmla="*/ 2879964 w 2879964"/>
              <a:gd name="connsiteY8" fmla="*/ 112355 h 1560220"/>
              <a:gd name="connsiteX9" fmla="*/ 2084403 w 2879964"/>
              <a:gd name="connsiteY9" fmla="*/ 1412939 h 1560220"/>
              <a:gd name="connsiteX10" fmla="*/ 698505 w 2879964"/>
              <a:gd name="connsiteY10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79964" h="1560220">
                <a:moveTo>
                  <a:pt x="698505" y="1390335"/>
                </a:moveTo>
                <a:cubicBezTo>
                  <a:pt x="357807" y="1106069"/>
                  <a:pt x="240687" y="881302"/>
                  <a:pt x="116789" y="590029"/>
                </a:cubicBezTo>
                <a:cubicBezTo>
                  <a:pt x="-7109" y="298756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80693" y="655966"/>
                  <a:pt x="1077920" y="764841"/>
                </a:cubicBezTo>
                <a:cubicBezTo>
                  <a:pt x="1275147" y="873716"/>
                  <a:pt x="1565216" y="872706"/>
                  <a:pt x="1776182" y="795583"/>
                </a:cubicBezTo>
                <a:cubicBezTo>
                  <a:pt x="1965014" y="672077"/>
                  <a:pt x="2058528" y="541009"/>
                  <a:pt x="2235096" y="55217"/>
                </a:cubicBezTo>
                <a:lnTo>
                  <a:pt x="2879964" y="112355"/>
                </a:lnTo>
                <a:cubicBezTo>
                  <a:pt x="2857886" y="364855"/>
                  <a:pt x="2709634" y="1124828"/>
                  <a:pt x="2084403" y="1412939"/>
                </a:cubicBezTo>
                <a:cubicBezTo>
                  <a:pt x="1554216" y="1666223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0B3E6CB-737D-03DC-A25E-FD80772E8B72}"/>
              </a:ext>
            </a:extLst>
          </p:cNvPr>
          <p:cNvSpPr/>
          <p:nvPr/>
        </p:nvSpPr>
        <p:spPr>
          <a:xfrm>
            <a:off x="0" y="1"/>
            <a:ext cx="12192000" cy="5312413"/>
          </a:xfrm>
          <a:custGeom>
            <a:avLst/>
            <a:gdLst>
              <a:gd name="connsiteX0" fmla="*/ 0 w 12192000"/>
              <a:gd name="connsiteY0" fmla="*/ 0 h 5312413"/>
              <a:gd name="connsiteX1" fmla="*/ 12192000 w 12192000"/>
              <a:gd name="connsiteY1" fmla="*/ 0 h 5312413"/>
              <a:gd name="connsiteX2" fmla="*/ 12192000 w 12192000"/>
              <a:gd name="connsiteY2" fmla="*/ 4999420 h 5312413"/>
              <a:gd name="connsiteX3" fmla="*/ 12131431 w 12192000"/>
              <a:gd name="connsiteY3" fmla="*/ 4980907 h 5312413"/>
              <a:gd name="connsiteX4" fmla="*/ 11715832 w 12192000"/>
              <a:gd name="connsiteY4" fmla="*/ 4917306 h 5312413"/>
              <a:gd name="connsiteX5" fmla="*/ 10670046 w 12192000"/>
              <a:gd name="connsiteY5" fmla="*/ 5279613 h 5312413"/>
              <a:gd name="connsiteX6" fmla="*/ 9684228 w 12192000"/>
              <a:gd name="connsiteY6" fmla="*/ 4917306 h 5312413"/>
              <a:gd name="connsiteX7" fmla="*/ 8665096 w 12192000"/>
              <a:gd name="connsiteY7" fmla="*/ 5202087 h 5312413"/>
              <a:gd name="connsiteX8" fmla="*/ 7652624 w 12192000"/>
              <a:gd name="connsiteY8" fmla="*/ 4917306 h 5312413"/>
              <a:gd name="connsiteX9" fmla="*/ 6643485 w 12192000"/>
              <a:gd name="connsiteY9" fmla="*/ 5312413 h 5312413"/>
              <a:gd name="connsiteX10" fmla="*/ 5614806 w 12192000"/>
              <a:gd name="connsiteY10" fmla="*/ 4917306 h 5312413"/>
              <a:gd name="connsiteX11" fmla="*/ 4585678 w 12192000"/>
              <a:gd name="connsiteY11" fmla="*/ 5214014 h 5312413"/>
              <a:gd name="connsiteX12" fmla="*/ 3599272 w 12192000"/>
              <a:gd name="connsiteY12" fmla="*/ 4845898 h 5312413"/>
              <a:gd name="connsiteX13" fmla="*/ 2567400 w 12192000"/>
              <a:gd name="connsiteY13" fmla="*/ 5267687 h 5312413"/>
              <a:gd name="connsiteX14" fmla="*/ 1542964 w 12192000"/>
              <a:gd name="connsiteY14" fmla="*/ 4917461 h 5312413"/>
              <a:gd name="connsiteX15" fmla="*/ 521639 w 12192000"/>
              <a:gd name="connsiteY15" fmla="*/ 5267687 h 5312413"/>
              <a:gd name="connsiteX16" fmla="*/ 33615 w 12192000"/>
              <a:gd name="connsiteY16" fmla="*/ 5192835 h 5312413"/>
              <a:gd name="connsiteX17" fmla="*/ 0 w 12192000"/>
              <a:gd name="connsiteY17" fmla="*/ 5177578 h 5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192000" h="5312413">
                <a:moveTo>
                  <a:pt x="0" y="0"/>
                </a:moveTo>
                <a:lnTo>
                  <a:pt x="12192000" y="0"/>
                </a:lnTo>
                <a:lnTo>
                  <a:pt x="12192000" y="4999420"/>
                </a:lnTo>
                <a:lnTo>
                  <a:pt x="12131431" y="4980907"/>
                </a:lnTo>
                <a:cubicBezTo>
                  <a:pt x="11997912" y="4943716"/>
                  <a:pt x="11858680" y="4917306"/>
                  <a:pt x="11715832" y="4917306"/>
                </a:cubicBezTo>
                <a:cubicBezTo>
                  <a:pt x="11207936" y="4917306"/>
                  <a:pt x="11177952" y="5279613"/>
                  <a:pt x="10670046" y="5279613"/>
                </a:cubicBezTo>
                <a:cubicBezTo>
                  <a:pt x="10162150" y="5279613"/>
                  <a:pt x="10018386" y="4930227"/>
                  <a:pt x="9684228" y="4917306"/>
                </a:cubicBezTo>
                <a:cubicBezTo>
                  <a:pt x="9350070" y="4904384"/>
                  <a:pt x="9173001" y="5202087"/>
                  <a:pt x="8665096" y="5202087"/>
                </a:cubicBezTo>
                <a:cubicBezTo>
                  <a:pt x="8157199" y="5202087"/>
                  <a:pt x="7989559" y="4898918"/>
                  <a:pt x="7652624" y="4917306"/>
                </a:cubicBezTo>
                <a:cubicBezTo>
                  <a:pt x="7315689" y="4935693"/>
                  <a:pt x="7151391" y="5312413"/>
                  <a:pt x="6643485" y="5312413"/>
                </a:cubicBezTo>
                <a:cubicBezTo>
                  <a:pt x="6303849" y="5312413"/>
                  <a:pt x="5957773" y="4933705"/>
                  <a:pt x="5614806" y="4917306"/>
                </a:cubicBezTo>
                <a:cubicBezTo>
                  <a:pt x="5271839" y="4900906"/>
                  <a:pt x="5093583" y="5214014"/>
                  <a:pt x="4585678" y="5214014"/>
                </a:cubicBezTo>
                <a:cubicBezTo>
                  <a:pt x="4022214" y="5189392"/>
                  <a:pt x="3935652" y="4836953"/>
                  <a:pt x="3599272" y="4845898"/>
                </a:cubicBezTo>
                <a:cubicBezTo>
                  <a:pt x="3262893" y="4854843"/>
                  <a:pt x="2910118" y="5255759"/>
                  <a:pt x="2567400" y="5267687"/>
                </a:cubicBezTo>
                <a:cubicBezTo>
                  <a:pt x="2224683" y="5279614"/>
                  <a:pt x="1922269" y="4954959"/>
                  <a:pt x="1542964" y="4917461"/>
                </a:cubicBezTo>
                <a:cubicBezTo>
                  <a:pt x="955994" y="4944748"/>
                  <a:pt x="1015329" y="5228472"/>
                  <a:pt x="521639" y="5267687"/>
                </a:cubicBezTo>
                <a:cubicBezTo>
                  <a:pt x="331923" y="5282756"/>
                  <a:pt x="171357" y="5247038"/>
                  <a:pt x="33615" y="5192835"/>
                </a:cubicBezTo>
                <a:lnTo>
                  <a:pt x="0" y="5177578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568A80"/>
              </a:solidFill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9B6D7956-58B5-E269-BEEF-AF8BC578A2B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7838" y="630238"/>
            <a:ext cx="7751762" cy="3838602"/>
          </a:xfrm>
        </p:spPr>
        <p:txBody>
          <a:bodyPr anchor="ctr"/>
          <a:lstStyle>
            <a:lvl1pPr marL="0" indent="0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40358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5DE350-66DE-82FB-C8DA-C1854E7422EC}"/>
              </a:ext>
            </a:extLst>
          </p:cNvPr>
          <p:cNvGrpSpPr/>
          <p:nvPr/>
        </p:nvGrpSpPr>
        <p:grpSpPr>
          <a:xfrm rot="11355259">
            <a:off x="9248669" y="3639305"/>
            <a:ext cx="2188889" cy="2052424"/>
            <a:chOff x="7749926" y="3136297"/>
            <a:chExt cx="3434150" cy="322005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FE0742-084E-C656-84D3-75743877C7A3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7A2C09-E261-A0F3-A49F-65FEAC67A852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C90405-B189-EAA9-0A17-3C46AA0BF835}"/>
              </a:ext>
            </a:extLst>
          </p:cNvPr>
          <p:cNvGrpSpPr/>
          <p:nvPr/>
        </p:nvGrpSpPr>
        <p:grpSpPr>
          <a:xfrm flipH="1">
            <a:off x="10024278" y="4946777"/>
            <a:ext cx="637672" cy="341819"/>
            <a:chOff x="5447388" y="3100610"/>
            <a:chExt cx="1500891" cy="8045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CD69D4C-A711-6F81-062E-EFD3C0A57775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430E86-E1FE-DF7E-809E-3B87EB6AA002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C0A57C4-C002-B7E8-16C1-6A4E2C25DA08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B213CD-0A8E-EE9B-EEC5-F3A7B21B5F24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07927F-97EE-4139-3B32-8503DB868E5C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11240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578F8E5-1278-ED4E-82A7-295E240AA726}"/>
              </a:ext>
            </a:extLst>
          </p:cNvPr>
          <p:cNvSpPr/>
          <p:nvPr/>
        </p:nvSpPr>
        <p:spPr>
          <a:xfrm>
            <a:off x="0" y="5653089"/>
            <a:ext cx="12208212" cy="1231318"/>
          </a:xfrm>
          <a:custGeom>
            <a:avLst/>
            <a:gdLst>
              <a:gd name="connsiteX0" fmla="*/ 5330927 w 12208212"/>
              <a:gd name="connsiteY0" fmla="*/ 0 h 1231318"/>
              <a:gd name="connsiteX1" fmla="*/ 4384533 w 12208212"/>
              <a:gd name="connsiteY1" fmla="*/ 395032 h 1231318"/>
              <a:gd name="connsiteX2" fmla="*/ 3435012 w 12208212"/>
              <a:gd name="connsiteY2" fmla="*/ 110306 h 1231318"/>
              <a:gd name="connsiteX3" fmla="*/ 2479247 w 12208212"/>
              <a:gd name="connsiteY3" fmla="*/ 395032 h 1231318"/>
              <a:gd name="connsiteX4" fmla="*/ 1554722 w 12208212"/>
              <a:gd name="connsiteY4" fmla="*/ 32794 h 1231318"/>
              <a:gd name="connsiteX5" fmla="*/ 573960 w 12208212"/>
              <a:gd name="connsiteY5" fmla="*/ 395032 h 1231318"/>
              <a:gd name="connsiteX6" fmla="*/ 60842 w 12208212"/>
              <a:gd name="connsiteY6" fmla="*/ 291245 h 1231318"/>
              <a:gd name="connsiteX7" fmla="*/ 0 w 12208212"/>
              <a:gd name="connsiteY7" fmla="*/ 268637 h 1231318"/>
              <a:gd name="connsiteX8" fmla="*/ 0 w 12208212"/>
              <a:gd name="connsiteY8" fmla="*/ 638970 h 1231318"/>
              <a:gd name="connsiteX9" fmla="*/ 0 w 12208212"/>
              <a:gd name="connsiteY9" fmla="*/ 860985 h 1231318"/>
              <a:gd name="connsiteX10" fmla="*/ 0 w 12208212"/>
              <a:gd name="connsiteY10" fmla="*/ 1231318 h 1231318"/>
              <a:gd name="connsiteX11" fmla="*/ 12208212 w 12208212"/>
              <a:gd name="connsiteY11" fmla="*/ 1231318 h 1231318"/>
              <a:gd name="connsiteX12" fmla="*/ 12208212 w 12208212"/>
              <a:gd name="connsiteY12" fmla="*/ 860985 h 1231318"/>
              <a:gd name="connsiteX13" fmla="*/ 12208212 w 12208212"/>
              <a:gd name="connsiteY13" fmla="*/ 639601 h 1231318"/>
              <a:gd name="connsiteX14" fmla="*/ 12208212 w 12208212"/>
              <a:gd name="connsiteY14" fmla="*/ 269268 h 1231318"/>
              <a:gd name="connsiteX15" fmla="*/ 12180444 w 12208212"/>
              <a:gd name="connsiteY15" fmla="*/ 316198 h 1231318"/>
              <a:gd name="connsiteX16" fmla="*/ 12024780 w 12208212"/>
              <a:gd name="connsiteY16" fmla="*/ 395032 h 1231318"/>
              <a:gd name="connsiteX17" fmla="*/ 11072138 w 12208212"/>
              <a:gd name="connsiteY17" fmla="*/ 44718 h 1231318"/>
              <a:gd name="connsiteX18" fmla="*/ 10114315 w 12208212"/>
              <a:gd name="connsiteY18" fmla="*/ 394876 h 1231318"/>
              <a:gd name="connsiteX19" fmla="*/ 9153575 w 12208212"/>
              <a:gd name="connsiteY19" fmla="*/ 44718 h 1231318"/>
              <a:gd name="connsiteX20" fmla="*/ 8185861 w 12208212"/>
              <a:gd name="connsiteY20" fmla="*/ 466426 h 1231318"/>
              <a:gd name="connsiteX21" fmla="*/ 7260788 w 12208212"/>
              <a:gd name="connsiteY21" fmla="*/ 98380 h 1231318"/>
              <a:gd name="connsiteX22" fmla="*/ 6295646 w 12208212"/>
              <a:gd name="connsiteY22" fmla="*/ 395032 h 1231318"/>
              <a:gd name="connsiteX23" fmla="*/ 5330927 w 12208212"/>
              <a:gd name="connsiteY23" fmla="*/ 0 h 1231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208212" h="1231318">
                <a:moveTo>
                  <a:pt x="5330927" y="0"/>
                </a:moveTo>
                <a:cubicBezTo>
                  <a:pt x="4854601" y="0"/>
                  <a:pt x="4700518" y="376647"/>
                  <a:pt x="4384533" y="395032"/>
                </a:cubicBezTo>
                <a:cubicBezTo>
                  <a:pt x="4068547" y="413416"/>
                  <a:pt x="3911330" y="110306"/>
                  <a:pt x="3435012" y="110306"/>
                </a:cubicBezTo>
                <a:cubicBezTo>
                  <a:pt x="2958688" y="110306"/>
                  <a:pt x="2792628" y="407950"/>
                  <a:pt x="2479247" y="395032"/>
                </a:cubicBezTo>
                <a:cubicBezTo>
                  <a:pt x="2165866" y="382113"/>
                  <a:pt x="2031040" y="32794"/>
                  <a:pt x="1554722" y="32794"/>
                </a:cubicBezTo>
                <a:cubicBezTo>
                  <a:pt x="1078397" y="32794"/>
                  <a:pt x="1050277" y="395032"/>
                  <a:pt x="573960" y="395032"/>
                </a:cubicBezTo>
                <a:cubicBezTo>
                  <a:pt x="395338" y="395032"/>
                  <a:pt x="222746" y="348089"/>
                  <a:pt x="60842" y="291245"/>
                </a:cubicBezTo>
                <a:lnTo>
                  <a:pt x="0" y="268637"/>
                </a:lnTo>
                <a:lnTo>
                  <a:pt x="0" y="638970"/>
                </a:lnTo>
                <a:lnTo>
                  <a:pt x="0" y="860985"/>
                </a:lnTo>
                <a:lnTo>
                  <a:pt x="0" y="1231318"/>
                </a:lnTo>
                <a:lnTo>
                  <a:pt x="12208212" y="1231318"/>
                </a:lnTo>
                <a:lnTo>
                  <a:pt x="12208212" y="860985"/>
                </a:lnTo>
                <a:lnTo>
                  <a:pt x="12208212" y="639601"/>
                </a:lnTo>
                <a:lnTo>
                  <a:pt x="12208212" y="269268"/>
                </a:lnTo>
                <a:lnTo>
                  <a:pt x="12180444" y="316198"/>
                </a:lnTo>
                <a:cubicBezTo>
                  <a:pt x="12147596" y="367407"/>
                  <a:pt x="12099079" y="421126"/>
                  <a:pt x="12024780" y="395032"/>
                </a:cubicBezTo>
                <a:cubicBezTo>
                  <a:pt x="11826650" y="325447"/>
                  <a:pt x="11546591" y="4540"/>
                  <a:pt x="11072138" y="44718"/>
                </a:cubicBezTo>
                <a:cubicBezTo>
                  <a:pt x="10609145" y="83926"/>
                  <a:pt x="10664790" y="367594"/>
                  <a:pt x="10114315" y="394876"/>
                </a:cubicBezTo>
                <a:cubicBezTo>
                  <a:pt x="9758595" y="357385"/>
                  <a:pt x="9474983" y="32793"/>
                  <a:pt x="9153575" y="44718"/>
                </a:cubicBezTo>
                <a:cubicBezTo>
                  <a:pt x="8832166" y="56643"/>
                  <a:pt x="8501325" y="457482"/>
                  <a:pt x="8185861" y="466426"/>
                </a:cubicBezTo>
                <a:cubicBezTo>
                  <a:pt x="7870397" y="475369"/>
                  <a:pt x="7789217" y="122997"/>
                  <a:pt x="7260788" y="98380"/>
                </a:cubicBezTo>
                <a:cubicBezTo>
                  <a:pt x="6784461" y="98380"/>
                  <a:pt x="6617290" y="411428"/>
                  <a:pt x="6295646" y="395032"/>
                </a:cubicBezTo>
                <a:cubicBezTo>
                  <a:pt x="5974003" y="378635"/>
                  <a:pt x="5649446" y="0"/>
                  <a:pt x="533092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7FBAE1D3-F4E8-270C-F10B-768DE66639DE}"/>
              </a:ext>
            </a:extLst>
          </p:cNvPr>
          <p:cNvSpPr/>
          <p:nvPr/>
        </p:nvSpPr>
        <p:spPr>
          <a:xfrm rot="2913124">
            <a:off x="2496581" y="5200785"/>
            <a:ext cx="1722563" cy="17213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2989465"/>
              <a:gd name="connsiteY0" fmla="*/ 1625144 h 3020612"/>
              <a:gd name="connsiteX1" fmla="*/ 453606 w 2989465"/>
              <a:gd name="connsiteY1" fmla="*/ 461249 h 3020612"/>
              <a:gd name="connsiteX2" fmla="*/ 1412722 w 2989465"/>
              <a:gd name="connsiteY2" fmla="*/ 809 h 3020612"/>
              <a:gd name="connsiteX3" fmla="*/ 2634620 w 2989465"/>
              <a:gd name="connsiteY3" fmla="*/ 407064 h 3020612"/>
              <a:gd name="connsiteX4" fmla="*/ 2852381 w 2989465"/>
              <a:gd name="connsiteY4" fmla="*/ 2118839 h 3020612"/>
              <a:gd name="connsiteX5" fmla="*/ 1256935 w 2989465"/>
              <a:gd name="connsiteY5" fmla="*/ 3005639 h 3020612"/>
              <a:gd name="connsiteX6" fmla="*/ 11907 w 2989465"/>
              <a:gd name="connsiteY6" fmla="*/ 1625144 h 3020612"/>
              <a:gd name="connsiteX0" fmla="*/ 11907 w 2987405"/>
              <a:gd name="connsiteY0" fmla="*/ 1624530 h 3019998"/>
              <a:gd name="connsiteX1" fmla="*/ 453606 w 2987405"/>
              <a:gd name="connsiteY1" fmla="*/ 460635 h 3019998"/>
              <a:gd name="connsiteX2" fmla="*/ 1412722 w 2987405"/>
              <a:gd name="connsiteY2" fmla="*/ 195 h 3019998"/>
              <a:gd name="connsiteX3" fmla="*/ 2625597 w 2987405"/>
              <a:gd name="connsiteY3" fmla="*/ 431717 h 3019998"/>
              <a:gd name="connsiteX4" fmla="*/ 2852381 w 2987405"/>
              <a:gd name="connsiteY4" fmla="*/ 2118225 h 3019998"/>
              <a:gd name="connsiteX5" fmla="*/ 1256935 w 2987405"/>
              <a:gd name="connsiteY5" fmla="*/ 3005025 h 3019998"/>
              <a:gd name="connsiteX6" fmla="*/ 11907 w 2987405"/>
              <a:gd name="connsiteY6" fmla="*/ 1624530 h 3019998"/>
              <a:gd name="connsiteX0" fmla="*/ 11907 w 3022164"/>
              <a:gd name="connsiteY0" fmla="*/ 1624548 h 3020016"/>
              <a:gd name="connsiteX1" fmla="*/ 453606 w 3022164"/>
              <a:gd name="connsiteY1" fmla="*/ 460653 h 3020016"/>
              <a:gd name="connsiteX2" fmla="*/ 1412722 w 3022164"/>
              <a:gd name="connsiteY2" fmla="*/ 213 h 3020016"/>
              <a:gd name="connsiteX3" fmla="*/ 2625597 w 3022164"/>
              <a:gd name="connsiteY3" fmla="*/ 431735 h 3020016"/>
              <a:gd name="connsiteX4" fmla="*/ 2852381 w 3022164"/>
              <a:gd name="connsiteY4" fmla="*/ 2118243 h 3020016"/>
              <a:gd name="connsiteX5" fmla="*/ 1256935 w 3022164"/>
              <a:gd name="connsiteY5" fmla="*/ 3005043 h 3020016"/>
              <a:gd name="connsiteX6" fmla="*/ 11907 w 3022164"/>
              <a:gd name="connsiteY6" fmla="*/ 1624548 h 302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2164" h="3020016">
                <a:moveTo>
                  <a:pt x="11907" y="1624548"/>
                </a:moveTo>
                <a:cubicBezTo>
                  <a:pt x="-67795" y="983736"/>
                  <a:pt x="272066" y="723473"/>
                  <a:pt x="453606" y="460653"/>
                </a:cubicBezTo>
                <a:cubicBezTo>
                  <a:pt x="635146" y="197833"/>
                  <a:pt x="1050724" y="5033"/>
                  <a:pt x="1412722" y="213"/>
                </a:cubicBezTo>
                <a:cubicBezTo>
                  <a:pt x="1774720" y="-4607"/>
                  <a:pt x="2233367" y="70533"/>
                  <a:pt x="2625597" y="431735"/>
                </a:cubicBezTo>
                <a:cubicBezTo>
                  <a:pt x="3017827" y="792937"/>
                  <a:pt x="3166661" y="1515813"/>
                  <a:pt x="2852381" y="2118243"/>
                </a:cubicBezTo>
                <a:cubicBezTo>
                  <a:pt x="2409407" y="2835819"/>
                  <a:pt x="1730347" y="3087325"/>
                  <a:pt x="1256935" y="3005043"/>
                </a:cubicBezTo>
                <a:cubicBezTo>
                  <a:pt x="783523" y="2922761"/>
                  <a:pt x="91609" y="2265360"/>
                  <a:pt x="11907" y="16245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8DAAFBF-DC90-5F6C-AAB9-097697784A5C}"/>
              </a:ext>
            </a:extLst>
          </p:cNvPr>
          <p:cNvSpPr/>
          <p:nvPr/>
        </p:nvSpPr>
        <p:spPr>
          <a:xfrm rot="10281995">
            <a:off x="845326" y="4699820"/>
            <a:ext cx="1591046" cy="1484162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9184" y="4313628"/>
            <a:ext cx="6129845" cy="532474"/>
          </a:xfrm>
        </p:spPr>
        <p:txBody>
          <a:bodyPr anchor="ctr">
            <a:normAutofit/>
          </a:bodyPr>
          <a:lstStyle>
            <a:lvl1pPr algn="ctr">
              <a:defRPr sz="1400" b="0" cap="all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24145" y="1449238"/>
            <a:ext cx="7159923" cy="26007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6600" b="1">
                <a:solidFill>
                  <a:schemeClr val="tx2"/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D05DDD-048A-FF67-6EB6-E2206F4135CF}"/>
              </a:ext>
            </a:extLst>
          </p:cNvPr>
          <p:cNvGrpSpPr/>
          <p:nvPr/>
        </p:nvGrpSpPr>
        <p:grpSpPr>
          <a:xfrm flipH="1">
            <a:off x="1461243" y="5154219"/>
            <a:ext cx="606590" cy="398819"/>
            <a:chOff x="10056508" y="3520306"/>
            <a:chExt cx="713092" cy="468842"/>
          </a:xfrm>
        </p:grpSpPr>
        <p:sp>
          <p:nvSpPr>
            <p:cNvPr id="22" name="Freeform: Shape 11">
              <a:extLst>
                <a:ext uri="{FF2B5EF4-FFF2-40B4-BE49-F238E27FC236}">
                  <a16:creationId xmlns:a16="http://schemas.microsoft.com/office/drawing/2014/main" id="{BFC9C804-0470-89C4-A2E6-115DAFF78AE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AE716F-800E-C184-26A7-B496AFB40246}"/>
                </a:ext>
              </a:extLst>
            </p:cNvPr>
            <p:cNvSpPr/>
            <p:nvPr/>
          </p:nvSpPr>
          <p:spPr>
            <a:xfrm flipH="1">
              <a:off x="10435768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: Shape 13">
              <a:extLst>
                <a:ext uri="{FF2B5EF4-FFF2-40B4-BE49-F238E27FC236}">
                  <a16:creationId xmlns:a16="http://schemas.microsoft.com/office/drawing/2014/main" id="{2FC0FE7E-3BD2-4359-0E7D-193A51635F6A}"/>
                </a:ext>
              </a:extLst>
            </p:cNvPr>
            <p:cNvSpPr/>
            <p:nvPr/>
          </p:nvSpPr>
          <p:spPr>
            <a:xfrm flipH="1">
              <a:off x="10442217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E14F209-768C-4962-524A-4A03C589345C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: Shape 15">
              <a:extLst>
                <a:ext uri="{FF2B5EF4-FFF2-40B4-BE49-F238E27FC236}">
                  <a16:creationId xmlns:a16="http://schemas.microsoft.com/office/drawing/2014/main" id="{44E55222-CFA2-18A0-9F4D-6A50A3AA72A6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2A6B88-213F-17CB-9F0E-DD2ACE97A157}"/>
              </a:ext>
            </a:extLst>
          </p:cNvPr>
          <p:cNvGrpSpPr/>
          <p:nvPr/>
        </p:nvGrpSpPr>
        <p:grpSpPr>
          <a:xfrm>
            <a:off x="3028914" y="5877403"/>
            <a:ext cx="672886" cy="425423"/>
            <a:chOff x="1587643" y="384029"/>
            <a:chExt cx="672886" cy="4254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51F7737-6F9C-8F71-0041-23F0EEAD7753}"/>
                </a:ext>
              </a:extLst>
            </p:cNvPr>
            <p:cNvGrpSpPr/>
            <p:nvPr/>
          </p:nvGrpSpPr>
          <p:grpSpPr>
            <a:xfrm>
              <a:off x="1587643" y="384029"/>
              <a:ext cx="672886" cy="164624"/>
              <a:chOff x="8663598" y="4719110"/>
              <a:chExt cx="672886" cy="164624"/>
            </a:xfrm>
          </p:grpSpPr>
          <p:sp>
            <p:nvSpPr>
              <p:cNvPr id="14" name="Freeform: Shape 25">
                <a:extLst>
                  <a:ext uri="{FF2B5EF4-FFF2-40B4-BE49-F238E27FC236}">
                    <a16:creationId xmlns:a16="http://schemas.microsoft.com/office/drawing/2014/main" id="{E545FB0B-5129-AC93-9A43-A4ED9DE30950}"/>
                  </a:ext>
                </a:extLst>
              </p:cNvPr>
              <p:cNvSpPr/>
              <p:nvPr/>
            </p:nvSpPr>
            <p:spPr>
              <a:xfrm rot="5636109">
                <a:off x="9153364" y="470061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26">
                <a:extLst>
                  <a:ext uri="{FF2B5EF4-FFF2-40B4-BE49-F238E27FC236}">
                    <a16:creationId xmlns:a16="http://schemas.microsoft.com/office/drawing/2014/main" id="{304F99FC-8357-82E5-7832-AAD0D99FDC9D}"/>
                  </a:ext>
                </a:extLst>
              </p:cNvPr>
              <p:cNvSpPr/>
              <p:nvPr/>
            </p:nvSpPr>
            <p:spPr>
              <a:xfrm rot="17418376">
                <a:off x="8707105" y="4675603"/>
                <a:ext cx="139614" cy="226627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Freeform: Shape 13">
              <a:extLst>
                <a:ext uri="{FF2B5EF4-FFF2-40B4-BE49-F238E27FC236}">
                  <a16:creationId xmlns:a16="http://schemas.microsoft.com/office/drawing/2014/main" id="{88066C6A-F0C9-2A74-7D59-7309FC630D98}"/>
                </a:ext>
              </a:extLst>
            </p:cNvPr>
            <p:cNvSpPr/>
            <p:nvPr/>
          </p:nvSpPr>
          <p:spPr>
            <a:xfrm rot="522784" flipH="1">
              <a:off x="1669377" y="716268"/>
              <a:ext cx="412854" cy="9318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59768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28">
            <a:extLst>
              <a:ext uri="{FF2B5EF4-FFF2-40B4-BE49-F238E27FC236}">
                <a16:creationId xmlns:a16="http://schemas.microsoft.com/office/drawing/2014/main" id="{03C5E189-8BF3-0B76-6232-C6D6FAAA2120}"/>
              </a:ext>
            </a:extLst>
          </p:cNvPr>
          <p:cNvSpPr/>
          <p:nvPr/>
        </p:nvSpPr>
        <p:spPr>
          <a:xfrm rot="1928485">
            <a:off x="9986315" y="5109220"/>
            <a:ext cx="1775804" cy="1766052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77B119-10FB-D68E-C27A-EAC9E36B8099}"/>
              </a:ext>
            </a:extLst>
          </p:cNvPr>
          <p:cNvSpPr/>
          <p:nvPr/>
        </p:nvSpPr>
        <p:spPr>
          <a:xfrm rot="10608452">
            <a:off x="9188726" y="4070527"/>
            <a:ext cx="2133946" cy="106897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E217FE-694C-C374-070B-C1FB101265A5}"/>
              </a:ext>
            </a:extLst>
          </p:cNvPr>
          <p:cNvSpPr/>
          <p:nvPr/>
        </p:nvSpPr>
        <p:spPr>
          <a:xfrm rot="8519121">
            <a:off x="7784028" y="4988068"/>
            <a:ext cx="1793387" cy="1567266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315627 w 2876897"/>
              <a:gd name="connsiteY1" fmla="*/ 1221230 h 1560220"/>
              <a:gd name="connsiteX2" fmla="*/ 116789 w 2876897"/>
              <a:gd name="connsiteY2" fmla="*/ 590029 h 1560220"/>
              <a:gd name="connsiteX3" fmla="*/ 0 w 2876897"/>
              <a:gd name="connsiteY3" fmla="*/ 83689 h 1560220"/>
              <a:gd name="connsiteX4" fmla="*/ 574390 w 2876897"/>
              <a:gd name="connsiteY4" fmla="*/ 0 h 1560220"/>
              <a:gd name="connsiteX5" fmla="*/ 592822 w 2876897"/>
              <a:gd name="connsiteY5" fmla="*/ 142333 h 1560220"/>
              <a:gd name="connsiteX6" fmla="*/ 1077920 w 2876897"/>
              <a:gd name="connsiteY6" fmla="*/ 764841 h 1560220"/>
              <a:gd name="connsiteX7" fmla="*/ 1791731 w 2876897"/>
              <a:gd name="connsiteY7" fmla="*/ 767945 h 1560220"/>
              <a:gd name="connsiteX8" fmla="*/ 2126592 w 2876897"/>
              <a:gd name="connsiteY8" fmla="*/ 478752 h 1560220"/>
              <a:gd name="connsiteX9" fmla="*/ 2210912 w 2876897"/>
              <a:gd name="connsiteY9" fmla="*/ 23807 h 1560220"/>
              <a:gd name="connsiteX10" fmla="*/ 2876897 w 2876897"/>
              <a:gd name="connsiteY10" fmla="*/ 39276 h 1560220"/>
              <a:gd name="connsiteX11" fmla="*/ 2084403 w 2876897"/>
              <a:gd name="connsiteY11" fmla="*/ 1412939 h 1560220"/>
              <a:gd name="connsiteX12" fmla="*/ 698505 w 2876897"/>
              <a:gd name="connsiteY12" fmla="*/ 1390335 h 1560220"/>
              <a:gd name="connsiteX0" fmla="*/ 698505 w 2890039"/>
              <a:gd name="connsiteY0" fmla="*/ 1390335 h 1517575"/>
              <a:gd name="connsiteX1" fmla="*/ 315627 w 2890039"/>
              <a:gd name="connsiteY1" fmla="*/ 1221230 h 1517575"/>
              <a:gd name="connsiteX2" fmla="*/ 116789 w 2890039"/>
              <a:gd name="connsiteY2" fmla="*/ 590029 h 1517575"/>
              <a:gd name="connsiteX3" fmla="*/ 0 w 2890039"/>
              <a:gd name="connsiteY3" fmla="*/ 83689 h 1517575"/>
              <a:gd name="connsiteX4" fmla="*/ 574390 w 2890039"/>
              <a:gd name="connsiteY4" fmla="*/ 0 h 1517575"/>
              <a:gd name="connsiteX5" fmla="*/ 592822 w 2890039"/>
              <a:gd name="connsiteY5" fmla="*/ 142333 h 1517575"/>
              <a:gd name="connsiteX6" fmla="*/ 1077920 w 2890039"/>
              <a:gd name="connsiteY6" fmla="*/ 764841 h 1517575"/>
              <a:gd name="connsiteX7" fmla="*/ 1791731 w 2890039"/>
              <a:gd name="connsiteY7" fmla="*/ 767945 h 1517575"/>
              <a:gd name="connsiteX8" fmla="*/ 2126592 w 2890039"/>
              <a:gd name="connsiteY8" fmla="*/ 478752 h 1517575"/>
              <a:gd name="connsiteX9" fmla="*/ 2210912 w 2890039"/>
              <a:gd name="connsiteY9" fmla="*/ 23807 h 1517575"/>
              <a:gd name="connsiteX10" fmla="*/ 2876897 w 2890039"/>
              <a:gd name="connsiteY10" fmla="*/ 39276 h 1517575"/>
              <a:gd name="connsiteX11" fmla="*/ 2427890 w 2890039"/>
              <a:gd name="connsiteY11" fmla="*/ 1336177 h 1517575"/>
              <a:gd name="connsiteX12" fmla="*/ 698505 w 2890039"/>
              <a:gd name="connsiteY12" fmla="*/ 1390335 h 1517575"/>
              <a:gd name="connsiteX0" fmla="*/ 721924 w 2890039"/>
              <a:gd name="connsiteY0" fmla="*/ 1441511 h 1546191"/>
              <a:gd name="connsiteX1" fmla="*/ 315627 w 2890039"/>
              <a:gd name="connsiteY1" fmla="*/ 1221230 h 1546191"/>
              <a:gd name="connsiteX2" fmla="*/ 116789 w 2890039"/>
              <a:gd name="connsiteY2" fmla="*/ 590029 h 1546191"/>
              <a:gd name="connsiteX3" fmla="*/ 0 w 2890039"/>
              <a:gd name="connsiteY3" fmla="*/ 83689 h 1546191"/>
              <a:gd name="connsiteX4" fmla="*/ 574390 w 2890039"/>
              <a:gd name="connsiteY4" fmla="*/ 0 h 1546191"/>
              <a:gd name="connsiteX5" fmla="*/ 592822 w 2890039"/>
              <a:gd name="connsiteY5" fmla="*/ 142333 h 1546191"/>
              <a:gd name="connsiteX6" fmla="*/ 1077920 w 2890039"/>
              <a:gd name="connsiteY6" fmla="*/ 764841 h 1546191"/>
              <a:gd name="connsiteX7" fmla="*/ 1791731 w 2890039"/>
              <a:gd name="connsiteY7" fmla="*/ 767945 h 1546191"/>
              <a:gd name="connsiteX8" fmla="*/ 2126592 w 2890039"/>
              <a:gd name="connsiteY8" fmla="*/ 478752 h 1546191"/>
              <a:gd name="connsiteX9" fmla="*/ 2210912 w 2890039"/>
              <a:gd name="connsiteY9" fmla="*/ 23807 h 1546191"/>
              <a:gd name="connsiteX10" fmla="*/ 2876897 w 2890039"/>
              <a:gd name="connsiteY10" fmla="*/ 39276 h 1546191"/>
              <a:gd name="connsiteX11" fmla="*/ 2427890 w 2890039"/>
              <a:gd name="connsiteY11" fmla="*/ 1336177 h 1546191"/>
              <a:gd name="connsiteX12" fmla="*/ 721924 w 2890039"/>
              <a:gd name="connsiteY12" fmla="*/ 1441511 h 1546191"/>
              <a:gd name="connsiteX0" fmla="*/ 721924 w 2890039"/>
              <a:gd name="connsiteY0" fmla="*/ 1441511 h 1520333"/>
              <a:gd name="connsiteX1" fmla="*/ 315627 w 2890039"/>
              <a:gd name="connsiteY1" fmla="*/ 1221230 h 1520333"/>
              <a:gd name="connsiteX2" fmla="*/ 116789 w 2890039"/>
              <a:gd name="connsiteY2" fmla="*/ 590029 h 1520333"/>
              <a:gd name="connsiteX3" fmla="*/ 0 w 2890039"/>
              <a:gd name="connsiteY3" fmla="*/ 83689 h 1520333"/>
              <a:gd name="connsiteX4" fmla="*/ 574390 w 2890039"/>
              <a:gd name="connsiteY4" fmla="*/ 0 h 1520333"/>
              <a:gd name="connsiteX5" fmla="*/ 592822 w 2890039"/>
              <a:gd name="connsiteY5" fmla="*/ 142333 h 1520333"/>
              <a:gd name="connsiteX6" fmla="*/ 1077920 w 2890039"/>
              <a:gd name="connsiteY6" fmla="*/ 764841 h 1520333"/>
              <a:gd name="connsiteX7" fmla="*/ 1791731 w 2890039"/>
              <a:gd name="connsiteY7" fmla="*/ 767945 h 1520333"/>
              <a:gd name="connsiteX8" fmla="*/ 2126592 w 2890039"/>
              <a:gd name="connsiteY8" fmla="*/ 478752 h 1520333"/>
              <a:gd name="connsiteX9" fmla="*/ 2210912 w 2890039"/>
              <a:gd name="connsiteY9" fmla="*/ 23807 h 1520333"/>
              <a:gd name="connsiteX10" fmla="*/ 2876897 w 2890039"/>
              <a:gd name="connsiteY10" fmla="*/ 39276 h 1520333"/>
              <a:gd name="connsiteX11" fmla="*/ 2427890 w 2890039"/>
              <a:gd name="connsiteY11" fmla="*/ 1336177 h 1520333"/>
              <a:gd name="connsiteX12" fmla="*/ 721924 w 2890039"/>
              <a:gd name="connsiteY12" fmla="*/ 1441511 h 1520333"/>
              <a:gd name="connsiteX0" fmla="*/ 721924 w 2887751"/>
              <a:gd name="connsiteY0" fmla="*/ 1441511 h 1534708"/>
              <a:gd name="connsiteX1" fmla="*/ 315627 w 2887751"/>
              <a:gd name="connsiteY1" fmla="*/ 1221230 h 1534708"/>
              <a:gd name="connsiteX2" fmla="*/ 116789 w 2887751"/>
              <a:gd name="connsiteY2" fmla="*/ 590029 h 1534708"/>
              <a:gd name="connsiteX3" fmla="*/ 0 w 2887751"/>
              <a:gd name="connsiteY3" fmla="*/ 83689 h 1534708"/>
              <a:gd name="connsiteX4" fmla="*/ 574390 w 2887751"/>
              <a:gd name="connsiteY4" fmla="*/ 0 h 1534708"/>
              <a:gd name="connsiteX5" fmla="*/ 592822 w 2887751"/>
              <a:gd name="connsiteY5" fmla="*/ 142333 h 1534708"/>
              <a:gd name="connsiteX6" fmla="*/ 1077920 w 2887751"/>
              <a:gd name="connsiteY6" fmla="*/ 764841 h 1534708"/>
              <a:gd name="connsiteX7" fmla="*/ 1791731 w 2887751"/>
              <a:gd name="connsiteY7" fmla="*/ 767945 h 1534708"/>
              <a:gd name="connsiteX8" fmla="*/ 2126592 w 2887751"/>
              <a:gd name="connsiteY8" fmla="*/ 478752 h 1534708"/>
              <a:gd name="connsiteX9" fmla="*/ 2210912 w 2887751"/>
              <a:gd name="connsiteY9" fmla="*/ 23807 h 1534708"/>
              <a:gd name="connsiteX10" fmla="*/ 2876897 w 2887751"/>
              <a:gd name="connsiteY10" fmla="*/ 39276 h 1534708"/>
              <a:gd name="connsiteX11" fmla="*/ 2420084 w 2887751"/>
              <a:gd name="connsiteY11" fmla="*/ 1366417 h 1534708"/>
              <a:gd name="connsiteX12" fmla="*/ 721924 w 2887751"/>
              <a:gd name="connsiteY12" fmla="*/ 1441511 h 1534708"/>
              <a:gd name="connsiteX0" fmla="*/ 870249 w 3036074"/>
              <a:gd name="connsiteY0" fmla="*/ 1502043 h 1595240"/>
              <a:gd name="connsiteX1" fmla="*/ 463952 w 3036074"/>
              <a:gd name="connsiteY1" fmla="*/ 1281762 h 1595240"/>
              <a:gd name="connsiteX2" fmla="*/ 265114 w 3036074"/>
              <a:gd name="connsiteY2" fmla="*/ 650561 h 1595240"/>
              <a:gd name="connsiteX3" fmla="*/ 0 w 3036074"/>
              <a:gd name="connsiteY3" fmla="*/ 0 h 1595240"/>
              <a:gd name="connsiteX4" fmla="*/ 722715 w 3036074"/>
              <a:gd name="connsiteY4" fmla="*/ 60532 h 1595240"/>
              <a:gd name="connsiteX5" fmla="*/ 741147 w 3036074"/>
              <a:gd name="connsiteY5" fmla="*/ 202865 h 1595240"/>
              <a:gd name="connsiteX6" fmla="*/ 1226245 w 3036074"/>
              <a:gd name="connsiteY6" fmla="*/ 825373 h 1595240"/>
              <a:gd name="connsiteX7" fmla="*/ 1940056 w 3036074"/>
              <a:gd name="connsiteY7" fmla="*/ 828477 h 1595240"/>
              <a:gd name="connsiteX8" fmla="*/ 2274917 w 3036074"/>
              <a:gd name="connsiteY8" fmla="*/ 539284 h 1595240"/>
              <a:gd name="connsiteX9" fmla="*/ 2359237 w 3036074"/>
              <a:gd name="connsiteY9" fmla="*/ 84339 h 1595240"/>
              <a:gd name="connsiteX10" fmla="*/ 3025222 w 3036074"/>
              <a:gd name="connsiteY10" fmla="*/ 99808 h 1595240"/>
              <a:gd name="connsiteX11" fmla="*/ 2568409 w 3036074"/>
              <a:gd name="connsiteY11" fmla="*/ 1426949 h 1595240"/>
              <a:gd name="connsiteX12" fmla="*/ 870249 w 3036074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40056 w 3036075"/>
              <a:gd name="connsiteY7" fmla="*/ 828477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226245 w 3036075"/>
              <a:gd name="connsiteY6" fmla="*/ 825373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722715 w 3036075"/>
              <a:gd name="connsiteY4" fmla="*/ 60532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741147 w 3036075"/>
              <a:gd name="connsiteY5" fmla="*/ 202865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359237 w 3036075"/>
              <a:gd name="connsiteY9" fmla="*/ 84339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274917 w 3036075"/>
              <a:gd name="connsiteY8" fmla="*/ 539284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38303 w 3036075"/>
              <a:gd name="connsiteY8" fmla="*/ 536958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3036075"/>
              <a:gd name="connsiteY0" fmla="*/ 1502043 h 1595240"/>
              <a:gd name="connsiteX1" fmla="*/ 463952 w 3036075"/>
              <a:gd name="connsiteY1" fmla="*/ 1281762 h 1595240"/>
              <a:gd name="connsiteX2" fmla="*/ 194856 w 3036075"/>
              <a:gd name="connsiteY2" fmla="*/ 706389 h 1595240"/>
              <a:gd name="connsiteX3" fmla="*/ 0 w 3036075"/>
              <a:gd name="connsiteY3" fmla="*/ 0 h 1595240"/>
              <a:gd name="connsiteX4" fmla="*/ 855425 w 3036075"/>
              <a:gd name="connsiteY4" fmla="*/ 4704 h 1595240"/>
              <a:gd name="connsiteX5" fmla="*/ 963632 w 3036075"/>
              <a:gd name="connsiteY5" fmla="*/ 388957 h 1595240"/>
              <a:gd name="connsiteX6" fmla="*/ 1351151 w 3036075"/>
              <a:gd name="connsiteY6" fmla="*/ 981225 h 1595240"/>
              <a:gd name="connsiteX7" fmla="*/ 1982991 w 3036075"/>
              <a:gd name="connsiteY7" fmla="*/ 912219 h 1595240"/>
              <a:gd name="connsiteX8" fmla="*/ 2107076 w 3036075"/>
              <a:gd name="connsiteY8" fmla="*/ 511371 h 1595240"/>
              <a:gd name="connsiteX9" fmla="*/ 2082107 w 3036075"/>
              <a:gd name="connsiteY9" fmla="*/ 42468 h 1595240"/>
              <a:gd name="connsiteX10" fmla="*/ 3025222 w 3036075"/>
              <a:gd name="connsiteY10" fmla="*/ 99808 h 1595240"/>
              <a:gd name="connsiteX11" fmla="*/ 2568409 w 3036075"/>
              <a:gd name="connsiteY11" fmla="*/ 1426949 h 1595240"/>
              <a:gd name="connsiteX12" fmla="*/ 870249 w 3036075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82991 w 2972903"/>
              <a:gd name="connsiteY7" fmla="*/ 912219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870249 w 2972903"/>
              <a:gd name="connsiteY0" fmla="*/ 1502043 h 1595240"/>
              <a:gd name="connsiteX1" fmla="*/ 463952 w 2972903"/>
              <a:gd name="connsiteY1" fmla="*/ 1281762 h 1595240"/>
              <a:gd name="connsiteX2" fmla="*/ 194856 w 2972903"/>
              <a:gd name="connsiteY2" fmla="*/ 706389 h 1595240"/>
              <a:gd name="connsiteX3" fmla="*/ 0 w 2972903"/>
              <a:gd name="connsiteY3" fmla="*/ 0 h 1595240"/>
              <a:gd name="connsiteX4" fmla="*/ 855425 w 2972903"/>
              <a:gd name="connsiteY4" fmla="*/ 4704 h 1595240"/>
              <a:gd name="connsiteX5" fmla="*/ 963632 w 2972903"/>
              <a:gd name="connsiteY5" fmla="*/ 388957 h 1595240"/>
              <a:gd name="connsiteX6" fmla="*/ 1351151 w 2972903"/>
              <a:gd name="connsiteY6" fmla="*/ 981225 h 1595240"/>
              <a:gd name="connsiteX7" fmla="*/ 1997777 w 2972903"/>
              <a:gd name="connsiteY7" fmla="*/ 961152 h 1595240"/>
              <a:gd name="connsiteX8" fmla="*/ 2107076 w 2972903"/>
              <a:gd name="connsiteY8" fmla="*/ 511371 h 1595240"/>
              <a:gd name="connsiteX9" fmla="*/ 2082107 w 2972903"/>
              <a:gd name="connsiteY9" fmla="*/ 42468 h 1595240"/>
              <a:gd name="connsiteX10" fmla="*/ 2923738 w 2972903"/>
              <a:gd name="connsiteY10" fmla="*/ 67242 h 1595240"/>
              <a:gd name="connsiteX11" fmla="*/ 2568409 w 2972903"/>
              <a:gd name="connsiteY11" fmla="*/ 1426949 h 1595240"/>
              <a:gd name="connsiteX12" fmla="*/ 870249 w 2972903"/>
              <a:gd name="connsiteY12" fmla="*/ 1502043 h 1595240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63632 w 2972903"/>
              <a:gd name="connsiteY5" fmla="*/ 388957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351151 w 2972903"/>
              <a:gd name="connsiteY6" fmla="*/ 981225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72903"/>
              <a:gd name="connsiteY0" fmla="*/ 1510879 h 1599668"/>
              <a:gd name="connsiteX1" fmla="*/ 463952 w 2972903"/>
              <a:gd name="connsiteY1" fmla="*/ 1281762 h 1599668"/>
              <a:gd name="connsiteX2" fmla="*/ 194856 w 2972903"/>
              <a:gd name="connsiteY2" fmla="*/ 706389 h 1599668"/>
              <a:gd name="connsiteX3" fmla="*/ 0 w 2972903"/>
              <a:gd name="connsiteY3" fmla="*/ 0 h 1599668"/>
              <a:gd name="connsiteX4" fmla="*/ 855425 w 2972903"/>
              <a:gd name="connsiteY4" fmla="*/ 4704 h 1599668"/>
              <a:gd name="connsiteX5" fmla="*/ 932376 w 2972903"/>
              <a:gd name="connsiteY5" fmla="*/ 436719 h 1599668"/>
              <a:gd name="connsiteX6" fmla="*/ 1279048 w 2972903"/>
              <a:gd name="connsiteY6" fmla="*/ 991260 h 1599668"/>
              <a:gd name="connsiteX7" fmla="*/ 1997777 w 2972903"/>
              <a:gd name="connsiteY7" fmla="*/ 961152 h 1599668"/>
              <a:gd name="connsiteX8" fmla="*/ 2107076 w 2972903"/>
              <a:gd name="connsiteY8" fmla="*/ 511371 h 1599668"/>
              <a:gd name="connsiteX9" fmla="*/ 2082107 w 2972903"/>
              <a:gd name="connsiteY9" fmla="*/ 42468 h 1599668"/>
              <a:gd name="connsiteX10" fmla="*/ 2923738 w 2972903"/>
              <a:gd name="connsiteY10" fmla="*/ 67242 h 1599668"/>
              <a:gd name="connsiteX11" fmla="*/ 2568409 w 2972903"/>
              <a:gd name="connsiteY11" fmla="*/ 1426949 h 1599668"/>
              <a:gd name="connsiteX12" fmla="*/ 920639 w 2972903"/>
              <a:gd name="connsiteY12" fmla="*/ 1510879 h 1599668"/>
              <a:gd name="connsiteX0" fmla="*/ 920639 w 2987831"/>
              <a:gd name="connsiteY0" fmla="*/ 1510879 h 1599668"/>
              <a:gd name="connsiteX1" fmla="*/ 463952 w 2987831"/>
              <a:gd name="connsiteY1" fmla="*/ 1281762 h 1599668"/>
              <a:gd name="connsiteX2" fmla="*/ 194856 w 2987831"/>
              <a:gd name="connsiteY2" fmla="*/ 706389 h 1599668"/>
              <a:gd name="connsiteX3" fmla="*/ 0 w 2987831"/>
              <a:gd name="connsiteY3" fmla="*/ 0 h 1599668"/>
              <a:gd name="connsiteX4" fmla="*/ 855425 w 2987831"/>
              <a:gd name="connsiteY4" fmla="*/ 4704 h 1599668"/>
              <a:gd name="connsiteX5" fmla="*/ 932376 w 2987831"/>
              <a:gd name="connsiteY5" fmla="*/ 436719 h 1599668"/>
              <a:gd name="connsiteX6" fmla="*/ 1279048 w 2987831"/>
              <a:gd name="connsiteY6" fmla="*/ 991260 h 1599668"/>
              <a:gd name="connsiteX7" fmla="*/ 1997777 w 2987831"/>
              <a:gd name="connsiteY7" fmla="*/ 961152 h 1599668"/>
              <a:gd name="connsiteX8" fmla="*/ 2107076 w 2987831"/>
              <a:gd name="connsiteY8" fmla="*/ 511371 h 1599668"/>
              <a:gd name="connsiteX9" fmla="*/ 2082107 w 2987831"/>
              <a:gd name="connsiteY9" fmla="*/ 42468 h 1599668"/>
              <a:gd name="connsiteX10" fmla="*/ 2923738 w 2987831"/>
              <a:gd name="connsiteY10" fmla="*/ 67242 h 1599668"/>
              <a:gd name="connsiteX11" fmla="*/ 2568409 w 2987831"/>
              <a:gd name="connsiteY11" fmla="*/ 1426949 h 1599668"/>
              <a:gd name="connsiteX12" fmla="*/ 920639 w 2987831"/>
              <a:gd name="connsiteY12" fmla="*/ 1510879 h 1599668"/>
              <a:gd name="connsiteX0" fmla="*/ 920639 w 2967543"/>
              <a:gd name="connsiteY0" fmla="*/ 1510879 h 1599668"/>
              <a:gd name="connsiteX1" fmla="*/ 463952 w 2967543"/>
              <a:gd name="connsiteY1" fmla="*/ 1281762 h 1599668"/>
              <a:gd name="connsiteX2" fmla="*/ 194856 w 2967543"/>
              <a:gd name="connsiteY2" fmla="*/ 706389 h 1599668"/>
              <a:gd name="connsiteX3" fmla="*/ 0 w 2967543"/>
              <a:gd name="connsiteY3" fmla="*/ 0 h 1599668"/>
              <a:gd name="connsiteX4" fmla="*/ 855425 w 2967543"/>
              <a:gd name="connsiteY4" fmla="*/ 4704 h 1599668"/>
              <a:gd name="connsiteX5" fmla="*/ 932376 w 2967543"/>
              <a:gd name="connsiteY5" fmla="*/ 436719 h 1599668"/>
              <a:gd name="connsiteX6" fmla="*/ 1279048 w 2967543"/>
              <a:gd name="connsiteY6" fmla="*/ 991260 h 1599668"/>
              <a:gd name="connsiteX7" fmla="*/ 1997777 w 2967543"/>
              <a:gd name="connsiteY7" fmla="*/ 961152 h 1599668"/>
              <a:gd name="connsiteX8" fmla="*/ 2107076 w 2967543"/>
              <a:gd name="connsiteY8" fmla="*/ 511371 h 1599668"/>
              <a:gd name="connsiteX9" fmla="*/ 2082107 w 2967543"/>
              <a:gd name="connsiteY9" fmla="*/ 42468 h 1599668"/>
              <a:gd name="connsiteX10" fmla="*/ 2923738 w 2967543"/>
              <a:gd name="connsiteY10" fmla="*/ 67242 h 1599668"/>
              <a:gd name="connsiteX11" fmla="*/ 2568409 w 2967543"/>
              <a:gd name="connsiteY11" fmla="*/ 1426949 h 1599668"/>
              <a:gd name="connsiteX12" fmla="*/ 920639 w 2967543"/>
              <a:gd name="connsiteY12" fmla="*/ 1510879 h 1599668"/>
              <a:gd name="connsiteX0" fmla="*/ 855485 w 2902389"/>
              <a:gd name="connsiteY0" fmla="*/ 1510299 h 1599088"/>
              <a:gd name="connsiteX1" fmla="*/ 398798 w 2902389"/>
              <a:gd name="connsiteY1" fmla="*/ 1281182 h 1599088"/>
              <a:gd name="connsiteX2" fmla="*/ 129702 w 2902389"/>
              <a:gd name="connsiteY2" fmla="*/ 705809 h 1599088"/>
              <a:gd name="connsiteX3" fmla="*/ 0 w 2902389"/>
              <a:gd name="connsiteY3" fmla="*/ 0 h 1599088"/>
              <a:gd name="connsiteX4" fmla="*/ 790271 w 2902389"/>
              <a:gd name="connsiteY4" fmla="*/ 4124 h 1599088"/>
              <a:gd name="connsiteX5" fmla="*/ 867222 w 2902389"/>
              <a:gd name="connsiteY5" fmla="*/ 436139 h 1599088"/>
              <a:gd name="connsiteX6" fmla="*/ 1213894 w 2902389"/>
              <a:gd name="connsiteY6" fmla="*/ 990680 h 1599088"/>
              <a:gd name="connsiteX7" fmla="*/ 1932623 w 2902389"/>
              <a:gd name="connsiteY7" fmla="*/ 960572 h 1599088"/>
              <a:gd name="connsiteX8" fmla="*/ 2041922 w 2902389"/>
              <a:gd name="connsiteY8" fmla="*/ 510791 h 1599088"/>
              <a:gd name="connsiteX9" fmla="*/ 2016953 w 2902389"/>
              <a:gd name="connsiteY9" fmla="*/ 41888 h 1599088"/>
              <a:gd name="connsiteX10" fmla="*/ 2858584 w 2902389"/>
              <a:gd name="connsiteY10" fmla="*/ 66662 h 1599088"/>
              <a:gd name="connsiteX11" fmla="*/ 2503255 w 2902389"/>
              <a:gd name="connsiteY11" fmla="*/ 1426369 h 1599088"/>
              <a:gd name="connsiteX12" fmla="*/ 855485 w 2902389"/>
              <a:gd name="connsiteY12" fmla="*/ 1510299 h 159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02389" h="1599088">
                <a:moveTo>
                  <a:pt x="855485" y="1510299"/>
                </a:moveTo>
                <a:cubicBezTo>
                  <a:pt x="580205" y="1465942"/>
                  <a:pt x="519762" y="1415264"/>
                  <a:pt x="398798" y="1281182"/>
                </a:cubicBezTo>
                <a:cubicBezTo>
                  <a:pt x="277834" y="1147100"/>
                  <a:pt x="196168" y="919339"/>
                  <a:pt x="129702" y="705809"/>
                </a:cubicBezTo>
                <a:cubicBezTo>
                  <a:pt x="63236" y="492279"/>
                  <a:pt x="12108" y="141592"/>
                  <a:pt x="0" y="0"/>
                </a:cubicBezTo>
                <a:lnTo>
                  <a:pt x="790271" y="4124"/>
                </a:lnTo>
                <a:lnTo>
                  <a:pt x="867222" y="436139"/>
                </a:lnTo>
                <a:cubicBezTo>
                  <a:pt x="946842" y="815614"/>
                  <a:pt x="977245" y="879112"/>
                  <a:pt x="1213894" y="990680"/>
                </a:cubicBezTo>
                <a:cubicBezTo>
                  <a:pt x="1450543" y="1102248"/>
                  <a:pt x="1721657" y="1037695"/>
                  <a:pt x="1932623" y="960572"/>
                </a:cubicBezTo>
                <a:cubicBezTo>
                  <a:pt x="2050349" y="863665"/>
                  <a:pt x="2057309" y="677842"/>
                  <a:pt x="2041922" y="510791"/>
                </a:cubicBezTo>
                <a:cubicBezTo>
                  <a:pt x="2031597" y="322753"/>
                  <a:pt x="2033048" y="182513"/>
                  <a:pt x="2016953" y="41888"/>
                </a:cubicBezTo>
                <a:lnTo>
                  <a:pt x="2858584" y="66662"/>
                </a:lnTo>
                <a:cubicBezTo>
                  <a:pt x="2873876" y="362196"/>
                  <a:pt x="3065950" y="1176592"/>
                  <a:pt x="2503255" y="1426369"/>
                </a:cubicBezTo>
                <a:cubicBezTo>
                  <a:pt x="1973068" y="1679653"/>
                  <a:pt x="1389300" y="1605623"/>
                  <a:pt x="855485" y="151029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A1521E-E13A-82AE-BC1A-6E6E109E0C44}"/>
              </a:ext>
            </a:extLst>
          </p:cNvPr>
          <p:cNvGrpSpPr/>
          <p:nvPr/>
        </p:nvGrpSpPr>
        <p:grpSpPr>
          <a:xfrm flipH="1">
            <a:off x="9646546" y="4362714"/>
            <a:ext cx="582025" cy="477440"/>
            <a:chOff x="7519962" y="3090708"/>
            <a:chExt cx="619238" cy="50796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BEC9D80-55EB-06E1-773F-BD3EAE5F99ED}"/>
                </a:ext>
              </a:extLst>
            </p:cNvPr>
            <p:cNvSpPr/>
            <p:nvPr/>
          </p:nvSpPr>
          <p:spPr>
            <a:xfrm>
              <a:off x="7688803" y="3495020"/>
              <a:ext cx="299251" cy="103654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  <a:gd name="connsiteX0" fmla="*/ 0 w 107170"/>
                <a:gd name="connsiteY0" fmla="*/ 0 h 84751"/>
                <a:gd name="connsiteX1" fmla="*/ 107170 w 107170"/>
                <a:gd name="connsiteY1" fmla="*/ 84698 h 84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70" h="84751">
                  <a:moveTo>
                    <a:pt x="0" y="0"/>
                  </a:moveTo>
                  <a:cubicBezTo>
                    <a:pt x="4431" y="68657"/>
                    <a:pt x="73464" y="85850"/>
                    <a:pt x="107170" y="84698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723AE0-F2B4-B8C7-4BE0-C1969A7A0B72}"/>
                </a:ext>
              </a:extLst>
            </p:cNvPr>
            <p:cNvGrpSpPr/>
            <p:nvPr/>
          </p:nvGrpSpPr>
          <p:grpSpPr>
            <a:xfrm>
              <a:off x="7519962" y="3090708"/>
              <a:ext cx="619238" cy="312906"/>
              <a:chOff x="1162566" y="1754387"/>
              <a:chExt cx="619238" cy="312906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C251ADB-ACE1-0F8A-47DD-E19825AD8A7C}"/>
                  </a:ext>
                </a:extLst>
              </p:cNvPr>
              <p:cNvSpPr/>
              <p:nvPr/>
            </p:nvSpPr>
            <p:spPr>
              <a:xfrm rot="21262796" flipV="1">
                <a:off x="1162566" y="1771850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20C2B6A1-5242-0B1E-2F94-C944F1E17B0C}"/>
                  </a:ext>
                </a:extLst>
              </p:cNvPr>
              <p:cNvSpPr/>
              <p:nvPr/>
            </p:nvSpPr>
            <p:spPr>
              <a:xfrm rot="18622065" flipV="1">
                <a:off x="1298352" y="1861050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F46D0B5-95A8-D5A4-4146-D85F49CD91D3}"/>
                  </a:ext>
                </a:extLst>
              </p:cNvPr>
              <p:cNvSpPr/>
              <p:nvPr/>
            </p:nvSpPr>
            <p:spPr>
              <a:xfrm rot="21262796" flipV="1">
                <a:off x="1505310" y="1754387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2BCC4E26-745E-C4B4-C92B-09B17FE87317}"/>
                  </a:ext>
                </a:extLst>
              </p:cNvPr>
              <p:cNvSpPr/>
              <p:nvPr/>
            </p:nvSpPr>
            <p:spPr>
              <a:xfrm rot="18622065" flipV="1">
                <a:off x="1641096" y="1843587"/>
                <a:ext cx="149879" cy="131537"/>
              </a:xfrm>
              <a:custGeom>
                <a:avLst/>
                <a:gdLst>
                  <a:gd name="connsiteX0" fmla="*/ 149879 w 149879"/>
                  <a:gd name="connsiteY0" fmla="*/ 105628 h 131537"/>
                  <a:gd name="connsiteX1" fmla="*/ 147897 w 149879"/>
                  <a:gd name="connsiteY1" fmla="*/ 97833 h 131537"/>
                  <a:gd name="connsiteX2" fmla="*/ 115021 w 149879"/>
                  <a:gd name="connsiteY2" fmla="*/ 49643 h 131537"/>
                  <a:gd name="connsiteX3" fmla="*/ 16070 w 149879"/>
                  <a:gd name="connsiteY3" fmla="*/ 0 h 131537"/>
                  <a:gd name="connsiteX4" fmla="*/ 4741 w 149879"/>
                  <a:gd name="connsiteY4" fmla="*/ 1093 h 131537"/>
                  <a:gd name="connsiteX5" fmla="*/ 2207 w 149879"/>
                  <a:gd name="connsiteY5" fmla="*/ 2021 h 131537"/>
                  <a:gd name="connsiteX6" fmla="*/ 878 w 149879"/>
                  <a:gd name="connsiteY6" fmla="*/ 7595 h 131537"/>
                  <a:gd name="connsiteX7" fmla="*/ 85594 w 149879"/>
                  <a:gd name="connsiteY7" fmla="*/ 131308 h 131537"/>
                  <a:gd name="connsiteX8" fmla="*/ 122784 w 149879"/>
                  <a:gd name="connsiteY8" fmla="*/ 124978 h 131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9879" h="131537">
                    <a:moveTo>
                      <a:pt x="149879" y="105628"/>
                    </a:moveTo>
                    <a:lnTo>
                      <a:pt x="147897" y="97833"/>
                    </a:lnTo>
                    <a:cubicBezTo>
                      <a:pt x="140174" y="80720"/>
                      <a:pt x="129193" y="64312"/>
                      <a:pt x="115021" y="49643"/>
                    </a:cubicBezTo>
                    <a:cubicBezTo>
                      <a:pt x="86678" y="20305"/>
                      <a:pt x="50939" y="3482"/>
                      <a:pt x="16070" y="0"/>
                    </a:cubicBezTo>
                    <a:lnTo>
                      <a:pt x="4741" y="1093"/>
                    </a:lnTo>
                    <a:lnTo>
                      <a:pt x="2207" y="2021"/>
                    </a:lnTo>
                    <a:lnTo>
                      <a:pt x="878" y="7595"/>
                    </a:lnTo>
                    <a:cubicBezTo>
                      <a:pt x="-6520" y="84025"/>
                      <a:pt x="33831" y="127304"/>
                      <a:pt x="85594" y="131308"/>
                    </a:cubicBezTo>
                    <a:cubicBezTo>
                      <a:pt x="98535" y="132309"/>
                      <a:pt x="111115" y="130004"/>
                      <a:pt x="122784" y="124978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259DAA-88D3-8B12-1DF3-347F11045499}"/>
              </a:ext>
            </a:extLst>
          </p:cNvPr>
          <p:cNvGrpSpPr/>
          <p:nvPr/>
        </p:nvGrpSpPr>
        <p:grpSpPr>
          <a:xfrm>
            <a:off x="10570936" y="5797171"/>
            <a:ext cx="606561" cy="138637"/>
            <a:chOff x="10558231" y="7375699"/>
            <a:chExt cx="606561" cy="138637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2D578FD-1509-3E95-3FA7-2C2CBE8405BE}"/>
                </a:ext>
              </a:extLst>
            </p:cNvPr>
            <p:cNvSpPr/>
            <p:nvPr/>
          </p:nvSpPr>
          <p:spPr>
            <a:xfrm rot="5636109">
              <a:off x="10996826" y="7335793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1709802-02C6-7151-BFEA-0FD337626468}"/>
                </a:ext>
              </a:extLst>
            </p:cNvPr>
            <p:cNvSpPr/>
            <p:nvPr/>
          </p:nvSpPr>
          <p:spPr>
            <a:xfrm rot="15963891" flipH="1">
              <a:off x="10598137" y="7346370"/>
              <a:ext cx="128060" cy="207872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Freeform: Shape 27">
            <a:extLst>
              <a:ext uri="{FF2B5EF4-FFF2-40B4-BE49-F238E27FC236}">
                <a16:creationId xmlns:a16="http://schemas.microsoft.com/office/drawing/2014/main" id="{CB987A4A-FBA2-4D63-E7BD-1F5919B43EC1}"/>
              </a:ext>
            </a:extLst>
          </p:cNvPr>
          <p:cNvSpPr/>
          <p:nvPr/>
        </p:nvSpPr>
        <p:spPr>
          <a:xfrm flipH="1">
            <a:off x="10844355" y="6098204"/>
            <a:ext cx="93561" cy="42396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1600" b="0" cap="all" baseline="0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924EA39-00C8-FFB6-1968-1B867DB53B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932766"/>
            <a:ext cx="7380196" cy="364412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6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76430" y="6356350"/>
            <a:ext cx="2066535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467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593632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CD61C25-A250-14F5-6715-1F197E68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7693" y="4477109"/>
            <a:ext cx="4589254" cy="179977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A42EA1-4EDC-E831-A20C-E2DE1B02361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0388" y="457200"/>
            <a:ext cx="9990137" cy="3873500"/>
          </a:xfrm>
        </p:spPr>
        <p:txBody>
          <a:bodyPr anchor="ctr"/>
          <a:lstStyle>
            <a:lvl1pPr>
              <a:lnSpc>
                <a:spcPct val="55000"/>
              </a:lnSpc>
              <a:buNone/>
              <a:defRPr sz="344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7694" y="6356350"/>
            <a:ext cx="22177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2A36669-AF62-49D4-9157-AACA2436AF3C}"/>
              </a:ext>
            </a:extLst>
          </p:cNvPr>
          <p:cNvSpPr/>
          <p:nvPr/>
        </p:nvSpPr>
        <p:spPr>
          <a:xfrm rot="20301122" flipH="1" flipV="1">
            <a:off x="-106280" y="5181219"/>
            <a:ext cx="2351416" cy="1276499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E272944-ED97-968E-0B55-05AF88DF54A5}"/>
              </a:ext>
            </a:extLst>
          </p:cNvPr>
          <p:cNvSpPr/>
          <p:nvPr/>
        </p:nvSpPr>
        <p:spPr>
          <a:xfrm rot="17412478">
            <a:off x="1996567" y="5072721"/>
            <a:ext cx="2002113" cy="119277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855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393264" y="897693"/>
                  <a:pt x="3410360" y="1246580"/>
                </a:cubicBezTo>
                <a:cubicBezTo>
                  <a:pt x="3415471" y="1465705"/>
                  <a:pt x="3409967" y="1696133"/>
                  <a:pt x="3389093" y="192157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7980FCB-C188-C0F2-BD48-EA1E45BBE810}"/>
              </a:ext>
            </a:extLst>
          </p:cNvPr>
          <p:cNvGrpSpPr/>
          <p:nvPr/>
        </p:nvGrpSpPr>
        <p:grpSpPr>
          <a:xfrm rot="20683546">
            <a:off x="770359" y="5653154"/>
            <a:ext cx="688256" cy="306609"/>
            <a:chOff x="10096975" y="5939226"/>
            <a:chExt cx="929806" cy="414217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1C5F515-58B5-8EAA-AC0B-A2041CE64BD8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C405E9A-0101-84D8-E976-3C9C1B6C2327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A8C5803-1C20-1A88-7388-CC8A7EAF2A4E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6F07AD-DE95-4886-CD8E-B7A64D33F5F9}"/>
              </a:ext>
            </a:extLst>
          </p:cNvPr>
          <p:cNvGrpSpPr/>
          <p:nvPr/>
        </p:nvGrpSpPr>
        <p:grpSpPr>
          <a:xfrm rot="885651">
            <a:off x="2678787" y="5206084"/>
            <a:ext cx="637672" cy="341819"/>
            <a:chOff x="5447388" y="3100610"/>
            <a:chExt cx="1500891" cy="80454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845C6C8-3B01-B29B-6F6B-8C02F09196DA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0242C52-A351-6F7A-98B3-E50A346F1560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10C964C-969E-B92D-C92A-A351F0A85E7D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B10AB3B-1852-D4D8-BBB8-B346779CCD58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791C65B-2C39-6689-EB0C-E42F7B645F50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Star: 7 Points 2">
            <a:extLst>
              <a:ext uri="{FF2B5EF4-FFF2-40B4-BE49-F238E27FC236}">
                <a16:creationId xmlns:a16="http://schemas.microsoft.com/office/drawing/2014/main" id="{817FE111-7A52-9D2C-E143-C91373B44373}"/>
              </a:ext>
            </a:extLst>
          </p:cNvPr>
          <p:cNvSpPr/>
          <p:nvPr/>
        </p:nvSpPr>
        <p:spPr>
          <a:xfrm rot="18062601">
            <a:off x="3584307" y="4964022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9F4CA9E-9512-BD7B-9941-4FA88B9FFFC0}"/>
              </a:ext>
            </a:extLst>
          </p:cNvPr>
          <p:cNvGrpSpPr/>
          <p:nvPr/>
        </p:nvGrpSpPr>
        <p:grpSpPr>
          <a:xfrm>
            <a:off x="4209811" y="5726212"/>
            <a:ext cx="689925" cy="312906"/>
            <a:chOff x="1162566" y="1754387"/>
            <a:chExt cx="689925" cy="31290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30746BE-A786-4974-770A-411E83EFA822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D38301A-EA14-C410-9099-41038AB137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EC72C60-E15A-59E7-F036-FF5E1AD481F3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D9A1378-E67C-F82E-DA75-E668A0902C9D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4" name="Oval 53">
            <a:extLst>
              <a:ext uri="{FF2B5EF4-FFF2-40B4-BE49-F238E27FC236}">
                <a16:creationId xmlns:a16="http://schemas.microsoft.com/office/drawing/2014/main" id="{AA6A1D7D-3A90-562F-71AB-91511879B758}"/>
              </a:ext>
            </a:extLst>
          </p:cNvPr>
          <p:cNvSpPr/>
          <p:nvPr/>
        </p:nvSpPr>
        <p:spPr>
          <a:xfrm rot="5784107">
            <a:off x="4490879" y="6101008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007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7D3FBE9-AFD0-F07B-C213-95A85B23803F}"/>
              </a:ext>
            </a:extLst>
          </p:cNvPr>
          <p:cNvSpPr/>
          <p:nvPr/>
        </p:nvSpPr>
        <p:spPr>
          <a:xfrm flipH="1">
            <a:off x="-222222" y="4106519"/>
            <a:ext cx="12414222" cy="2751481"/>
          </a:xfrm>
          <a:custGeom>
            <a:avLst/>
            <a:gdLst>
              <a:gd name="connsiteX0" fmla="*/ 5356688 w 12414222"/>
              <a:gd name="connsiteY0" fmla="*/ 0 h 2751481"/>
              <a:gd name="connsiteX1" fmla="*/ 4405720 w 12414222"/>
              <a:gd name="connsiteY1" fmla="*/ 395032 h 2751481"/>
              <a:gd name="connsiteX2" fmla="*/ 3451612 w 12414222"/>
              <a:gd name="connsiteY2" fmla="*/ 110306 h 2751481"/>
              <a:gd name="connsiteX3" fmla="*/ 2491227 w 12414222"/>
              <a:gd name="connsiteY3" fmla="*/ 395032 h 2751481"/>
              <a:gd name="connsiteX4" fmla="*/ 1562236 w 12414222"/>
              <a:gd name="connsiteY4" fmla="*/ 32794 h 2751481"/>
              <a:gd name="connsiteX5" fmla="*/ 576734 w 12414222"/>
              <a:gd name="connsiteY5" fmla="*/ 395032 h 2751481"/>
              <a:gd name="connsiteX6" fmla="*/ 61136 w 12414222"/>
              <a:gd name="connsiteY6" fmla="*/ 291245 h 2751481"/>
              <a:gd name="connsiteX7" fmla="*/ 0 w 12414222"/>
              <a:gd name="connsiteY7" fmla="*/ 268637 h 2751481"/>
              <a:gd name="connsiteX8" fmla="*/ 0 w 12414222"/>
              <a:gd name="connsiteY8" fmla="*/ 2751481 h 2751481"/>
              <a:gd name="connsiteX9" fmla="*/ 12414222 w 12414222"/>
              <a:gd name="connsiteY9" fmla="*/ 2751481 h 2751481"/>
              <a:gd name="connsiteX10" fmla="*/ 12320170 w 12414222"/>
              <a:gd name="connsiteY10" fmla="*/ 462224 h 2751481"/>
              <a:gd name="connsiteX11" fmla="*/ 12082890 w 12414222"/>
              <a:gd name="connsiteY11" fmla="*/ 395032 h 2751481"/>
              <a:gd name="connsiteX12" fmla="*/ 11125644 w 12414222"/>
              <a:gd name="connsiteY12" fmla="*/ 44718 h 2751481"/>
              <a:gd name="connsiteX13" fmla="*/ 10163193 w 12414222"/>
              <a:gd name="connsiteY13" fmla="*/ 394876 h 2751481"/>
              <a:gd name="connsiteX14" fmla="*/ 9197809 w 12414222"/>
              <a:gd name="connsiteY14" fmla="*/ 44718 h 2751481"/>
              <a:gd name="connsiteX15" fmla="*/ 8225419 w 12414222"/>
              <a:gd name="connsiteY15" fmla="*/ 466426 h 2751481"/>
              <a:gd name="connsiteX16" fmla="*/ 7295875 w 12414222"/>
              <a:gd name="connsiteY16" fmla="*/ 98380 h 2751481"/>
              <a:gd name="connsiteX17" fmla="*/ 6326070 w 12414222"/>
              <a:gd name="connsiteY17" fmla="*/ 395032 h 2751481"/>
              <a:gd name="connsiteX18" fmla="*/ 5356688 w 12414222"/>
              <a:gd name="connsiteY18" fmla="*/ 0 h 275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414222" h="2751481">
                <a:moveTo>
                  <a:pt x="5356688" y="0"/>
                </a:moveTo>
                <a:cubicBezTo>
                  <a:pt x="4878060" y="0"/>
                  <a:pt x="4723233" y="376647"/>
                  <a:pt x="4405720" y="395032"/>
                </a:cubicBezTo>
                <a:cubicBezTo>
                  <a:pt x="4088208" y="413416"/>
                  <a:pt x="3930231" y="110306"/>
                  <a:pt x="3451612" y="110306"/>
                </a:cubicBezTo>
                <a:cubicBezTo>
                  <a:pt x="2972985" y="110306"/>
                  <a:pt x="2806123" y="407950"/>
                  <a:pt x="2491227" y="395032"/>
                </a:cubicBezTo>
                <a:cubicBezTo>
                  <a:pt x="2176332" y="382113"/>
                  <a:pt x="2040855" y="32794"/>
                  <a:pt x="1562236" y="32794"/>
                </a:cubicBezTo>
                <a:cubicBezTo>
                  <a:pt x="1083608" y="32794"/>
                  <a:pt x="1055352" y="395032"/>
                  <a:pt x="576734" y="395032"/>
                </a:cubicBezTo>
                <a:cubicBezTo>
                  <a:pt x="397249" y="395032"/>
                  <a:pt x="223823" y="348089"/>
                  <a:pt x="61136" y="291245"/>
                </a:cubicBezTo>
                <a:lnTo>
                  <a:pt x="0" y="268637"/>
                </a:lnTo>
                <a:lnTo>
                  <a:pt x="0" y="2751481"/>
                </a:lnTo>
                <a:lnTo>
                  <a:pt x="12414222" y="2751481"/>
                </a:lnTo>
                <a:lnTo>
                  <a:pt x="12320170" y="462224"/>
                </a:lnTo>
                <a:cubicBezTo>
                  <a:pt x="12296844" y="-33364"/>
                  <a:pt x="12281977" y="464616"/>
                  <a:pt x="12082890" y="395032"/>
                </a:cubicBezTo>
                <a:cubicBezTo>
                  <a:pt x="11883802" y="325447"/>
                  <a:pt x="11602390" y="4540"/>
                  <a:pt x="11125644" y="44718"/>
                </a:cubicBezTo>
                <a:cubicBezTo>
                  <a:pt x="10660413" y="83925"/>
                  <a:pt x="10716328" y="367594"/>
                  <a:pt x="10163193" y="394876"/>
                </a:cubicBezTo>
                <a:cubicBezTo>
                  <a:pt x="9805753" y="357385"/>
                  <a:pt x="9520771" y="32793"/>
                  <a:pt x="9197809" y="44718"/>
                </a:cubicBezTo>
                <a:cubicBezTo>
                  <a:pt x="8874847" y="56643"/>
                  <a:pt x="8542408" y="457482"/>
                  <a:pt x="8225419" y="466426"/>
                </a:cubicBezTo>
                <a:cubicBezTo>
                  <a:pt x="7908430" y="475369"/>
                  <a:pt x="7826858" y="122997"/>
                  <a:pt x="7295875" y="98380"/>
                </a:cubicBezTo>
                <a:cubicBezTo>
                  <a:pt x="6817247" y="98380"/>
                  <a:pt x="6649268" y="411428"/>
                  <a:pt x="6326070" y="395032"/>
                </a:cubicBezTo>
                <a:cubicBezTo>
                  <a:pt x="6002872" y="378635"/>
                  <a:pt x="5676746" y="0"/>
                  <a:pt x="5356688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6064" y="4928341"/>
            <a:ext cx="7599872" cy="115259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2400" b="0" cap="none" spc="0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1661" y="1380226"/>
            <a:ext cx="10168678" cy="310033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00584" algn="ctr">
              <a:lnSpc>
                <a:spcPct val="55000"/>
              </a:lnSpc>
              <a:buNone/>
              <a:defRPr sz="34400" b="1" spc="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2pPr>
            <a:lvl3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3pPr>
            <a:lvl4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4pPr>
            <a:lvl5pPr algn="ctr">
              <a:lnSpc>
                <a:spcPct val="55000"/>
              </a:lnSpc>
              <a:buNone/>
              <a:defRPr sz="6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6218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6604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8093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292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641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C5DB-F956-45AF-C2A5-0756DB20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9034"/>
            <a:ext cx="3172685" cy="2340864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46ED3-0F19-DFFF-F66B-4EB3DC131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3640347"/>
            <a:ext cx="3172685" cy="233775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B7F3-9376-453F-190B-AE142B7ED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368" y="942108"/>
            <a:ext cx="6172200" cy="491201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6FC65-9DAE-AD74-4AE9-D2BFC78D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B172C-060B-3321-782C-7EAE4523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75B4D-0D57-BC8B-BBBB-A8166451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2730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141A8-FEF6-B732-495B-43118BE4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52789"/>
            <a:ext cx="3172685" cy="2342502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30B36-5571-77AD-F9ED-2DF5B8093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9660" y="4154399"/>
            <a:ext cx="3172685" cy="1811193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74502-D8D8-3B40-0B02-A6ED6613816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61780" y="952789"/>
            <a:ext cx="6593607" cy="49427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F8D90-8A4B-CC41-B189-8A13CC22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406DA-CCDA-6A3B-3BDA-8104A19A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BB76A-5642-4655-AA5F-D2E8581DD95F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D6E-679A-EE94-5D39-FFDF3266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79DB2-B0CF-4CB1-AE78-9ED1037C0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774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12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88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4BEBB76A-5642-4655-AA5F-D2E8581DD95F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7CF79DB2-B0CF-4CB1-AE78-9ED1037C01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4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558291-30DD-301E-6818-26FA913CB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497228"/>
            <a:ext cx="6881734" cy="2909346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Mobile Phone Price Prediction</a:t>
            </a:r>
            <a:r>
              <a:rPr lang="en-US" b="0" dirty="0">
                <a:ea typeface="+mj-lt"/>
                <a:cs typeface="+mj-lt"/>
              </a:rPr>
              <a:t> 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FC523B-B4DB-AED3-E7B7-F981B7AF6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088" y="4407931"/>
            <a:ext cx="4897437" cy="1315094"/>
          </a:xfrm>
        </p:spPr>
        <p:txBody>
          <a:bodyPr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Feature Extraction &amp; Machine Learning Report</a:t>
            </a:r>
            <a:endParaRPr lang="en-US" sz="2000" b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6537FC-9117-55E4-65DE-C7D02860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104" y="6356350"/>
            <a:ext cx="491834" cy="365125"/>
          </a:xfrm>
        </p:spPr>
        <p:txBody>
          <a:bodyPr/>
          <a:lstStyle/>
          <a:p>
            <a:fld id="{8D5099F5-B98C-485B-8B1F-6509D5FF39F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618AA2-31BA-81A1-D1FB-4A2542032F04}"/>
              </a:ext>
            </a:extLst>
          </p:cNvPr>
          <p:cNvSpPr txBox="1"/>
          <p:nvPr/>
        </p:nvSpPr>
        <p:spPr>
          <a:xfrm>
            <a:off x="3049930" y="5906827"/>
            <a:ext cx="35904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Ayan </a:t>
            </a:r>
            <a:r>
              <a:rPr lang="en-US" err="1"/>
              <a:t>kumar</a:t>
            </a:r>
            <a:r>
              <a:rPr lang="en-US" dirty="0"/>
              <a:t> </a:t>
            </a:r>
            <a:r>
              <a:rPr lang="en-US" err="1"/>
              <a:t>shaw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433142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6B3CB-7D29-6F51-B9EB-B5630E066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98169"/>
            <a:ext cx="10515600" cy="906971"/>
          </a:xfrm>
        </p:spPr>
        <p:txBody>
          <a:bodyPr>
            <a:normAutofit/>
          </a:bodyPr>
          <a:lstStyle/>
          <a:p>
            <a:r>
              <a:rPr lang="en-US" sz="4800" i="1">
                <a:ea typeface="+mj-lt"/>
                <a:cs typeface="+mj-lt"/>
              </a:rPr>
              <a:t>Project Overview</a:t>
            </a:r>
            <a:endParaRPr lang="en-US" sz="4800" i="1">
              <a:cs typeface="JasmineUP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0E922-C43F-FE25-4029-D50FB39D7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i="1" dirty="0">
                <a:ea typeface="+mn-lt"/>
                <a:cs typeface="+mn-lt"/>
              </a:rPr>
              <a:t>Objective: Predict mobile phone prices using key features</a:t>
            </a:r>
            <a:endParaRPr lang="en-US" sz="2400" b="1" i="1" dirty="0"/>
          </a:p>
          <a:p>
            <a:r>
              <a:rPr lang="en-US" sz="2400" b="1" i="1" dirty="0">
                <a:ea typeface="+mn-lt"/>
                <a:cs typeface="+mn-lt"/>
              </a:rPr>
              <a:t>Importance: Helps optimize pricing and marketing strategies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Dataset: 285+ phones with specs and prices</a:t>
            </a:r>
            <a:endParaRPr lang="en-US" sz="2400" b="1" i="1" dirty="0"/>
          </a:p>
          <a:p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1857963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8711-F192-8202-6144-004EE9B99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74BA5-8B90-848B-F9DA-37392C5A1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98169"/>
            <a:ext cx="10515600" cy="906971"/>
          </a:xfrm>
        </p:spPr>
        <p:txBody>
          <a:bodyPr>
            <a:normAutofit/>
          </a:bodyPr>
          <a:lstStyle/>
          <a:p>
            <a:r>
              <a:rPr lang="en-US" sz="4800" i="1">
                <a:ea typeface="+mj-lt"/>
                <a:cs typeface="+mj-lt"/>
              </a:rPr>
              <a:t>Data Exploration</a:t>
            </a:r>
            <a:endParaRPr lang="en-US" sz="4800" i="1">
              <a:cs typeface="JasmineUP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15DDB-417C-109E-D51A-E9FB3EA7B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i="1">
                <a:ea typeface="+mn-lt"/>
                <a:cs typeface="+mn-lt"/>
              </a:rPr>
              <a:t>Columns: Model, Color, Memory, RAM, Battery, Cameras, AI Lens, Height, Processor, Price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Data types: Mix of categorical and numerical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Range of prices: ₹1,000 – ₹49,999</a:t>
            </a:r>
            <a:endParaRPr lang="en-US" sz="2400" b="1" i="1" dirty="0"/>
          </a:p>
          <a:p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390079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31A4E-C00E-E053-2E12-95FB2442B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764857"/>
            <a:ext cx="10515600" cy="740283"/>
          </a:xfrm>
        </p:spPr>
        <p:txBody>
          <a:bodyPr/>
          <a:lstStyle/>
          <a:p>
            <a:r>
              <a:rPr lang="en-US" sz="4800" i="1"/>
              <a:t>Data Preprocessing</a:t>
            </a:r>
            <a:endParaRPr lang="en-US" sz="4800" i="1" dirty="0">
              <a:cs typeface="JasmineUPC"/>
            </a:endParaRPr>
          </a:p>
          <a:p>
            <a:endParaRPr lang="en-US" sz="4800" i="1" dirty="0">
              <a:cs typeface="JasmineUPC"/>
            </a:endParaRPr>
          </a:p>
          <a:p>
            <a:endParaRPr lang="en-US" dirty="0">
              <a:cs typeface="JasmineUP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0525D-5153-0E82-CB31-3C7C4A520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761655"/>
            <a:ext cx="10515600" cy="53495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i="1">
                <a:ea typeface="+mn-lt"/>
                <a:cs typeface="+mn-lt"/>
              </a:rPr>
              <a:t>Handled missing values and outliers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Encoded categorical variables (One‑Hot Encoding)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Normalized numeric features for model stability</a:t>
            </a:r>
            <a:endParaRPr lang="en-US" sz="2400" b="1" i="1" dirty="0"/>
          </a:p>
          <a:p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998315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D1A9C-3471-0DB4-7B01-58F9960C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i="1">
                <a:ea typeface="+mj-lt"/>
                <a:cs typeface="+mj-lt"/>
              </a:rPr>
              <a:t>Correlation Heatmap (Visualization)</a:t>
            </a:r>
            <a:endParaRPr lang="en-US" sz="4800" i="1">
              <a:cs typeface="JasmineUPC"/>
            </a:endParaRPr>
          </a:p>
        </p:txBody>
      </p:sp>
      <p:pic>
        <p:nvPicPr>
          <p:cNvPr id="9" name="Content Placeholder 8" descr="A graph with blue dots and numbers&#10;&#10;AI-generated content may be incorrect.">
            <a:extLst>
              <a:ext uri="{FF2B5EF4-FFF2-40B4-BE49-F238E27FC236}">
                <a16:creationId xmlns:a16="http://schemas.microsoft.com/office/drawing/2014/main" id="{FFF44D00-B519-F8A3-BD35-76C776209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574" y="1480220"/>
            <a:ext cx="5016116" cy="3709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4B7606-64B0-1509-4B54-CAFF05826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470" y="1478757"/>
            <a:ext cx="5024437" cy="370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88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B7A2-640D-53ED-18AF-F511C05DD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i="1" dirty="0">
                <a:cs typeface="JasmineUPC"/>
              </a:rPr>
              <a:t>Battery vs price and Memory vs </a:t>
            </a:r>
            <a:r>
              <a:rPr lang="en-US" sz="4800" i="1">
                <a:cs typeface="JasmineUPC"/>
              </a:rPr>
              <a:t>Price</a:t>
            </a:r>
            <a:endParaRPr lang="en-US" sz="4800" i="1"/>
          </a:p>
        </p:txBody>
      </p:sp>
      <p:pic>
        <p:nvPicPr>
          <p:cNvPr id="4" name="Content Placeholder 3" descr="A graph with green dots&#10;&#10;AI-generated content may be incorrect.">
            <a:extLst>
              <a:ext uri="{FF2B5EF4-FFF2-40B4-BE49-F238E27FC236}">
                <a16:creationId xmlns:a16="http://schemas.microsoft.com/office/drawing/2014/main" id="{84AA730C-817B-0594-AD42-65DECF199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6" y="-909"/>
            <a:ext cx="6094375" cy="4531001"/>
          </a:xfrm>
          <a:prstGeom prst="rect">
            <a:avLst/>
          </a:prstGeom>
        </p:spPr>
      </p:pic>
      <p:pic>
        <p:nvPicPr>
          <p:cNvPr id="5" name="Picture 4" descr="A graph with orange dots&#10;&#10;AI-generated content may be incorrect.">
            <a:extLst>
              <a:ext uri="{FF2B5EF4-FFF2-40B4-BE49-F238E27FC236}">
                <a16:creationId xmlns:a16="http://schemas.microsoft.com/office/drawing/2014/main" id="{908615C1-7BA0-EF62-7659-011A2EB71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1"/>
            <a:ext cx="5893593" cy="451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69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F54A2-2B76-0E1D-1DCC-8956FDD0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i="1">
                <a:cs typeface="JasmineUPC"/>
              </a:rPr>
              <a:t>Mobile Height vs price</a:t>
            </a:r>
            <a:endParaRPr lang="en-US" sz="4800" i="1"/>
          </a:p>
        </p:txBody>
      </p:sp>
      <p:pic>
        <p:nvPicPr>
          <p:cNvPr id="4" name="Content Placeholder 3" descr="A graph with blue dots&#10;&#10;AI-generated content may be incorrect.">
            <a:extLst>
              <a:ext uri="{FF2B5EF4-FFF2-40B4-BE49-F238E27FC236}">
                <a16:creationId xmlns:a16="http://schemas.microsoft.com/office/drawing/2014/main" id="{5AD9611C-715C-38D4-8B7C-B5A8D2356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16" y="-908"/>
            <a:ext cx="12184076" cy="6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24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2C95-23A7-70BC-6A04-A1742217B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i="1">
                <a:ea typeface="+mj-lt"/>
                <a:cs typeface="+mj-lt"/>
              </a:rPr>
              <a:t>Feature Importance (Model‑based)</a:t>
            </a:r>
            <a:endParaRPr lang="en-US" sz="4800" i="1">
              <a:cs typeface="JasmineUP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381C-7D9F-4B58-66F6-6F0B511D8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i="1">
                <a:ea typeface="+mn-lt"/>
                <a:cs typeface="+mn-lt"/>
              </a:rPr>
              <a:t>RAM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Processor type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Rear camera megapixels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Memory capacity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Battery capacity (moderate impact)</a:t>
            </a:r>
            <a:endParaRPr lang="en-US" sz="2400" b="1" i="1" dirty="0"/>
          </a:p>
          <a:p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181991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0BFCF-01FD-13DD-2858-1E816439B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i="1">
                <a:ea typeface="+mj-lt"/>
                <a:cs typeface="+mj-lt"/>
              </a:rPr>
              <a:t>Model Building</a:t>
            </a:r>
            <a:endParaRPr lang="en-US" sz="4800" i="1">
              <a:cs typeface="JasmineUP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A58C4-5C49-6C24-E63B-372FDF872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i="1">
                <a:ea typeface="+mn-lt"/>
                <a:cs typeface="+mn-lt"/>
              </a:rPr>
              <a:t>Algorithms tested:</a:t>
            </a:r>
            <a:endParaRPr lang="en-US" sz="2400" b="1" i="1"/>
          </a:p>
          <a:p>
            <a:pPr lvl="1"/>
            <a:r>
              <a:rPr lang="en-US" sz="2400" b="1" i="1">
                <a:ea typeface="+mn-lt"/>
                <a:cs typeface="+mn-lt"/>
              </a:rPr>
              <a:t>Linear Regression</a:t>
            </a:r>
            <a:endParaRPr lang="en-US" sz="2400" b="1" i="1"/>
          </a:p>
          <a:p>
            <a:pPr lvl="1"/>
            <a:r>
              <a:rPr lang="en-US" sz="2400" b="1" i="1">
                <a:ea typeface="+mn-lt"/>
                <a:cs typeface="+mn-lt"/>
              </a:rPr>
              <a:t>Decision Tree</a:t>
            </a:r>
            <a:endParaRPr lang="en-US" sz="2400" b="1" i="1"/>
          </a:p>
          <a:p>
            <a:pPr lvl="1"/>
            <a:r>
              <a:rPr lang="en-US" sz="2400" b="1" i="1">
                <a:ea typeface="+mn-lt"/>
                <a:cs typeface="+mn-lt"/>
              </a:rPr>
              <a:t>Random Forest</a:t>
            </a:r>
            <a:endParaRPr lang="en-US" sz="2400" b="1" i="1"/>
          </a:p>
          <a:p>
            <a:pPr lvl="1"/>
            <a:r>
              <a:rPr lang="en-US" sz="2400" b="1" i="1">
                <a:ea typeface="+mn-lt"/>
                <a:cs typeface="+mn-lt"/>
              </a:rPr>
              <a:t>Gradient Boosting</a:t>
            </a:r>
            <a:endParaRPr lang="en-US" sz="2400" b="1" i="1"/>
          </a:p>
          <a:p>
            <a:r>
              <a:rPr lang="en-US" sz="2400" b="1" i="1">
                <a:ea typeface="+mn-lt"/>
                <a:cs typeface="+mn-lt"/>
              </a:rPr>
              <a:t>Split: 80% training, 20% testing</a:t>
            </a:r>
            <a:endParaRPr lang="en-US" sz="2400" b="1" i="1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247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3230-4B56-67FA-E0E3-0114E272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i="1">
                <a:ea typeface="+mj-lt"/>
                <a:cs typeface="+mj-lt"/>
              </a:rPr>
              <a:t>Model Building</a:t>
            </a:r>
            <a:endParaRPr lang="en-US" sz="4800" i="1">
              <a:cs typeface="JasmineUP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F42A2-E286-1FE5-82E1-503289914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i="1">
                <a:ea typeface="+mn-lt"/>
                <a:cs typeface="+mn-lt"/>
              </a:rPr>
              <a:t>Algorithms tested:</a:t>
            </a:r>
            <a:endParaRPr lang="en-US" sz="2400" b="1" i="1" dirty="0"/>
          </a:p>
          <a:p>
            <a:pPr lvl="1"/>
            <a:r>
              <a:rPr lang="en-US" sz="2400" b="1" i="1">
                <a:ea typeface="+mn-lt"/>
                <a:cs typeface="+mn-lt"/>
              </a:rPr>
              <a:t>Linear Regression</a:t>
            </a:r>
            <a:endParaRPr lang="en-US" sz="2400" b="1" i="1" dirty="0"/>
          </a:p>
          <a:p>
            <a:pPr lvl="1"/>
            <a:r>
              <a:rPr lang="en-US" sz="2400" b="1" i="1">
                <a:ea typeface="+mn-lt"/>
                <a:cs typeface="+mn-lt"/>
              </a:rPr>
              <a:t>Decision Tree</a:t>
            </a:r>
            <a:endParaRPr lang="en-US" sz="2400" b="1" i="1" dirty="0"/>
          </a:p>
          <a:p>
            <a:pPr lvl="1"/>
            <a:r>
              <a:rPr lang="en-US" sz="2400" b="1" i="1">
                <a:ea typeface="+mn-lt"/>
                <a:cs typeface="+mn-lt"/>
              </a:rPr>
              <a:t>Random Forest</a:t>
            </a:r>
            <a:endParaRPr lang="en-US" sz="2400" b="1" i="1" dirty="0"/>
          </a:p>
          <a:p>
            <a:pPr lvl="1"/>
            <a:r>
              <a:rPr lang="en-US" sz="2400" b="1" i="1">
                <a:ea typeface="+mn-lt"/>
                <a:cs typeface="+mn-lt"/>
              </a:rPr>
              <a:t>Gradient Boosting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Split: 80% training, 20% testing</a:t>
            </a:r>
            <a:endParaRPr lang="en-US" sz="2400" b="1" i="1" dirty="0"/>
          </a:p>
          <a:p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2025110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454D0-3A31-98C1-CE4E-71A5266B7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i="1">
                <a:ea typeface="+mj-lt"/>
                <a:cs typeface="+mj-lt"/>
              </a:rPr>
              <a:t>Model Evaluation</a:t>
            </a:r>
            <a:endParaRPr lang="en-US" sz="4800" i="1">
              <a:cs typeface="JasmineUP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D921C-DCCC-EBEC-BB24-9597ADF91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i="1">
                <a:ea typeface="+mn-lt"/>
                <a:cs typeface="+mn-lt"/>
              </a:rPr>
              <a:t>Metrics used: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Mean Absolute Error (MAE)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Root Mean Squared Error (RMSE)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Random Forest performed best (lowest RMSE)</a:t>
            </a:r>
            <a:endParaRPr lang="en-US" sz="2400" b="1" i="1" dirty="0"/>
          </a:p>
          <a:p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333246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6DDC-2239-118C-94A2-44CF42E68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i="1">
                <a:ea typeface="+mj-lt"/>
                <a:cs typeface="+mj-lt"/>
              </a:rPr>
              <a:t>Recommendations</a:t>
            </a:r>
            <a:endParaRPr lang="en-US" sz="4800" i="1">
              <a:cs typeface="JasmineUP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21293-F340-09CF-CD8B-2D4C83BE1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i="1">
                <a:ea typeface="+mn-lt"/>
                <a:cs typeface="+mn-lt"/>
              </a:rPr>
              <a:t>Focus marketing on RAM, Processor, and Camera specs</a:t>
            </a:r>
            <a:endParaRPr lang="en-US" b="1" i="1" dirty="0"/>
          </a:p>
          <a:p>
            <a:r>
              <a:rPr lang="en-US" b="1" i="1">
                <a:ea typeface="+mn-lt"/>
                <a:cs typeface="+mn-lt"/>
              </a:rPr>
              <a:t>Offer price tiers based on these premium features</a:t>
            </a:r>
            <a:endParaRPr lang="en-US" b="1" i="1" dirty="0"/>
          </a:p>
          <a:p>
            <a:r>
              <a:rPr lang="en-US" b="1" i="1" dirty="0">
                <a:ea typeface="+mn-lt"/>
                <a:cs typeface="+mn-lt"/>
              </a:rPr>
              <a:t>Optimize mid‑range models with balanced specs</a:t>
            </a:r>
            <a:endParaRPr lang="en-US" b="1" i="1" dirty="0"/>
          </a:p>
          <a:p>
            <a:r>
              <a:rPr lang="en-US" b="1" i="1">
                <a:ea typeface="+mn-lt"/>
                <a:cs typeface="+mn-lt"/>
              </a:rPr>
              <a:t>Tools &amp; Libraries</a:t>
            </a:r>
            <a:endParaRPr lang="en-US" b="1" i="1" dirty="0">
              <a:ea typeface="+mn-lt"/>
              <a:cs typeface="+mn-lt"/>
            </a:endParaRPr>
          </a:p>
          <a:p>
            <a:r>
              <a:rPr lang="en-US" b="1" i="1">
                <a:ea typeface="+mn-lt"/>
                <a:cs typeface="+mn-lt"/>
              </a:rPr>
              <a:t>Python, Pandas, NumPy, Matplotlib, Seaborn</a:t>
            </a:r>
            <a:endParaRPr lang="en-US" b="1" i="1" dirty="0"/>
          </a:p>
          <a:p>
            <a:r>
              <a:rPr lang="en-US" b="1" i="1">
                <a:ea typeface="+mn-lt"/>
                <a:cs typeface="+mn-lt"/>
              </a:rPr>
              <a:t>Scikit‑learn for model building and evaluation</a:t>
            </a:r>
            <a:endParaRPr lang="en-US" b="1" i="1" dirty="0"/>
          </a:p>
          <a:p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405288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6D98C-1A39-6063-81DA-B25B67AF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</a:t>
            </a:r>
            <a:r>
              <a:rPr lang="en-US" sz="4800" b="1" i="1"/>
              <a:t>Conclusion</a:t>
            </a:r>
            <a:endParaRPr lang="en-US" sz="4800" b="1" i="1">
              <a:cs typeface="JasmineUPC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3308D-22DE-85C4-1ADC-E857FE601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i="1">
                <a:ea typeface="+mn-lt"/>
                <a:cs typeface="+mn-lt"/>
              </a:rPr>
              <a:t>Predictive model accurately estimates mobile prices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Key drivers: RAM, Processor, Camera</a:t>
            </a:r>
            <a:endParaRPr lang="en-US" sz="2400" b="1" i="1" dirty="0"/>
          </a:p>
          <a:p>
            <a:r>
              <a:rPr lang="en-US" sz="2400" b="1" i="1">
                <a:ea typeface="+mn-lt"/>
                <a:cs typeface="+mn-lt"/>
              </a:rPr>
              <a:t>Supports data‑driven pricing strategy</a:t>
            </a:r>
            <a:endParaRPr lang="en-US" sz="2400" b="1" i="1" dirty="0"/>
          </a:p>
          <a:p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2525071088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_win32_v2" id="{EA3A9FFA-819F-4D3E-AEF6-CC5734AB838D}" vid="{1F571BB7-50E8-41A1-A2D5-A3C1959E2B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E2B330-7DB9-4CB0-97A6-80197FBE82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643E64-6D3D-44E7-9AA9-BB67A5DC20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BADCDC3-A8CB-4170-8DC0-A1E8881FA1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</Words>
  <Application>Microsoft Office PowerPoint</Application>
  <PresentationFormat>Widescreen</PresentationFormat>
  <Paragraphs>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School days</vt:lpstr>
      <vt:lpstr>Mobile Phone Price Prediction </vt:lpstr>
      <vt:lpstr>Project Overview</vt:lpstr>
      <vt:lpstr>Data Exploration</vt:lpstr>
      <vt:lpstr>Data Preprocessing  </vt:lpstr>
      <vt:lpstr>Correlation Heatmap (Visualization)</vt:lpstr>
      <vt:lpstr>Battery vs price and Memory vs Price</vt:lpstr>
      <vt:lpstr>Mobile Height vs price</vt:lpstr>
      <vt:lpstr>Feature Importance (Model‑based)</vt:lpstr>
      <vt:lpstr>Model Building</vt:lpstr>
      <vt:lpstr>Model Building</vt:lpstr>
      <vt:lpstr>Model Evaluation</vt:lpstr>
      <vt:lpstr>Recommendations</vt:lpstr>
      <vt:lpstr> 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202</cp:revision>
  <dcterms:created xsi:type="dcterms:W3CDTF">2026-04-25T16:01:29Z</dcterms:created>
  <dcterms:modified xsi:type="dcterms:W3CDTF">2026-04-25T16:35:32Z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